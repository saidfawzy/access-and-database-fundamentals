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2" r:id="rId2"/>
    <p:sldId id="383" r:id="rId3"/>
    <p:sldId id="384" r:id="rId4"/>
    <p:sldId id="385" r:id="rId5"/>
    <p:sldId id="386" r:id="rId6"/>
    <p:sldId id="42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22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12DE60-CEBC-4AE3-B6FF-37A7870A44DF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C515FF6-26F6-4641-AE27-5CE1F71C3C43}">
      <dgm:prSet/>
      <dgm:spPr/>
      <dgm:t>
        <a:bodyPr/>
        <a:lstStyle/>
        <a:p>
          <a:pPr>
            <a:defRPr cap="all"/>
          </a:pPr>
          <a:r>
            <a:rPr lang="en-US" dirty="0">
              <a:effectLst/>
              <a:latin typeface="Arial" panose="020B0604020202020204" pitchFamily="34" charset="0"/>
              <a:ea typeface="Calibri" panose="020F0502020204030204" pitchFamily="34" charset="0"/>
            </a:rPr>
            <a:t>Create Query Using Wizard</a:t>
          </a:r>
          <a:endParaRPr lang="en-US" dirty="0"/>
        </a:p>
      </dgm:t>
    </dgm:pt>
    <dgm:pt modelId="{D7080BEF-B18B-4802-A9D5-D5D83A6A140A}" type="parTrans" cxnId="{CA1F91E3-7A93-4C30-A020-7A90AAC56D3E}">
      <dgm:prSet/>
      <dgm:spPr/>
      <dgm:t>
        <a:bodyPr/>
        <a:lstStyle/>
        <a:p>
          <a:endParaRPr lang="en-US"/>
        </a:p>
      </dgm:t>
    </dgm:pt>
    <dgm:pt modelId="{D7471190-5365-4B26-99EB-B60209DC533C}" type="sibTrans" cxnId="{CA1F91E3-7A93-4C30-A020-7A90AAC56D3E}">
      <dgm:prSet/>
      <dgm:spPr/>
      <dgm:t>
        <a:bodyPr/>
        <a:lstStyle/>
        <a:p>
          <a:endParaRPr lang="en-US"/>
        </a:p>
      </dgm:t>
    </dgm:pt>
    <dgm:pt modelId="{9325D337-FF56-4CDB-AAA0-11DB4C77E472}">
      <dgm:prSet/>
      <dgm:spPr/>
      <dgm:t>
        <a:bodyPr/>
        <a:lstStyle/>
        <a:p>
          <a:pPr>
            <a:defRPr cap="all"/>
          </a:pPr>
          <a:r>
            <a:rPr lang="en-US" b="1" dirty="0" err="1"/>
            <a:t>reate</a:t>
          </a:r>
          <a:r>
            <a:rPr lang="en-US" b="1" dirty="0"/>
            <a:t> Query using design view</a:t>
          </a:r>
          <a:endParaRPr lang="en-US" dirty="0"/>
        </a:p>
      </dgm:t>
    </dgm:pt>
    <dgm:pt modelId="{22281A36-7358-41A5-A754-1899736C8145}" type="parTrans" cxnId="{6E002BD0-119F-4F42-BDB4-B635BC1B25ED}">
      <dgm:prSet/>
      <dgm:spPr/>
      <dgm:t>
        <a:bodyPr/>
        <a:lstStyle/>
        <a:p>
          <a:endParaRPr lang="en-US"/>
        </a:p>
      </dgm:t>
    </dgm:pt>
    <dgm:pt modelId="{1EFE8F4B-5F63-4AF0-931C-59AA24AF4A50}" type="sibTrans" cxnId="{6E002BD0-119F-4F42-BDB4-B635BC1B25ED}">
      <dgm:prSet/>
      <dgm:spPr/>
      <dgm:t>
        <a:bodyPr/>
        <a:lstStyle/>
        <a:p>
          <a:endParaRPr lang="en-US"/>
        </a:p>
      </dgm:t>
    </dgm:pt>
    <dgm:pt modelId="{A2A81692-86F8-4C3E-B155-3F4880E8AD68}">
      <dgm:prSet/>
      <dgm:spPr/>
      <dgm:t>
        <a:bodyPr/>
        <a:lstStyle/>
        <a:p>
          <a:r>
            <a:rPr lang="en-US"/>
            <a:t>Customize Query with Criteria </a:t>
          </a:r>
          <a:endParaRPr lang="en-US" dirty="0"/>
        </a:p>
      </dgm:t>
    </dgm:pt>
    <dgm:pt modelId="{9841CFA5-5B31-433E-B955-55565128168A}" type="parTrans" cxnId="{A6D08907-A344-4AF0-B81B-1B792A8F870A}">
      <dgm:prSet/>
      <dgm:spPr/>
    </dgm:pt>
    <dgm:pt modelId="{E27BA3C9-2EE3-4254-8556-D8DCC4B3A80D}" type="sibTrans" cxnId="{A6D08907-A344-4AF0-B81B-1B792A8F870A}">
      <dgm:prSet/>
      <dgm:spPr/>
    </dgm:pt>
    <dgm:pt modelId="{C32B0242-A19F-407C-8A61-69A7D5AAFB9E}" type="pres">
      <dgm:prSet presAssocID="{2912DE60-CEBC-4AE3-B6FF-37A7870A44DF}" presName="linear" presStyleCnt="0">
        <dgm:presLayoutVars>
          <dgm:dir/>
          <dgm:animLvl val="lvl"/>
          <dgm:resizeHandles val="exact"/>
        </dgm:presLayoutVars>
      </dgm:prSet>
      <dgm:spPr/>
    </dgm:pt>
    <dgm:pt modelId="{4FE139D7-BA19-43B2-A34F-057E05B3E7BE}" type="pres">
      <dgm:prSet presAssocID="{FC515FF6-26F6-4641-AE27-5CE1F71C3C43}" presName="parentLin" presStyleCnt="0"/>
      <dgm:spPr/>
    </dgm:pt>
    <dgm:pt modelId="{35006B7A-83DC-473C-BEB7-2AE633005BD1}" type="pres">
      <dgm:prSet presAssocID="{FC515FF6-26F6-4641-AE27-5CE1F71C3C43}" presName="parentLeftMargin" presStyleLbl="node1" presStyleIdx="0" presStyleCnt="3"/>
      <dgm:spPr/>
    </dgm:pt>
    <dgm:pt modelId="{E958BBF8-7D27-4D46-A828-4DC275069E4B}" type="pres">
      <dgm:prSet presAssocID="{FC515FF6-26F6-4641-AE27-5CE1F71C3C4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A61426E-C993-4B45-9C38-6A825C062C80}" type="pres">
      <dgm:prSet presAssocID="{FC515FF6-26F6-4641-AE27-5CE1F71C3C43}" presName="negativeSpace" presStyleCnt="0"/>
      <dgm:spPr/>
    </dgm:pt>
    <dgm:pt modelId="{CE6DBAF6-1420-4785-B291-51B1768C0A6C}" type="pres">
      <dgm:prSet presAssocID="{FC515FF6-26F6-4641-AE27-5CE1F71C3C43}" presName="childText" presStyleLbl="conFgAcc1" presStyleIdx="0" presStyleCnt="3">
        <dgm:presLayoutVars>
          <dgm:bulletEnabled val="1"/>
        </dgm:presLayoutVars>
      </dgm:prSet>
      <dgm:spPr/>
    </dgm:pt>
    <dgm:pt modelId="{66CD606B-7AA9-4E25-B0A4-70C900E7E2C5}" type="pres">
      <dgm:prSet presAssocID="{D7471190-5365-4B26-99EB-B60209DC533C}" presName="spaceBetweenRectangles" presStyleCnt="0"/>
      <dgm:spPr/>
    </dgm:pt>
    <dgm:pt modelId="{E7BE1F91-C323-4781-8DE0-6C0CD10A11D8}" type="pres">
      <dgm:prSet presAssocID="{9325D337-FF56-4CDB-AAA0-11DB4C77E472}" presName="parentLin" presStyleCnt="0"/>
      <dgm:spPr/>
    </dgm:pt>
    <dgm:pt modelId="{35AA85EC-C16E-49C2-A78D-24A2D92E7F46}" type="pres">
      <dgm:prSet presAssocID="{9325D337-FF56-4CDB-AAA0-11DB4C77E472}" presName="parentLeftMargin" presStyleLbl="node1" presStyleIdx="0" presStyleCnt="3"/>
      <dgm:spPr/>
    </dgm:pt>
    <dgm:pt modelId="{13B6BFB5-91FD-4DA1-AEB1-64F6C9BC99C7}" type="pres">
      <dgm:prSet presAssocID="{9325D337-FF56-4CDB-AAA0-11DB4C77E47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FD31EF1-0FF4-4506-9FD4-0650EB825DF1}" type="pres">
      <dgm:prSet presAssocID="{9325D337-FF56-4CDB-AAA0-11DB4C77E472}" presName="negativeSpace" presStyleCnt="0"/>
      <dgm:spPr/>
    </dgm:pt>
    <dgm:pt modelId="{4EB7CB40-A11A-46AF-9A4F-7242C99EF135}" type="pres">
      <dgm:prSet presAssocID="{9325D337-FF56-4CDB-AAA0-11DB4C77E472}" presName="childText" presStyleLbl="conFgAcc1" presStyleIdx="1" presStyleCnt="3">
        <dgm:presLayoutVars>
          <dgm:bulletEnabled val="1"/>
        </dgm:presLayoutVars>
      </dgm:prSet>
      <dgm:spPr/>
    </dgm:pt>
    <dgm:pt modelId="{E1705FFD-67F3-42BF-B0BE-A06AB1F40727}" type="pres">
      <dgm:prSet presAssocID="{1EFE8F4B-5F63-4AF0-931C-59AA24AF4A50}" presName="spaceBetweenRectangles" presStyleCnt="0"/>
      <dgm:spPr/>
    </dgm:pt>
    <dgm:pt modelId="{F4BECA38-30B0-4C59-BCDF-4506CC95D732}" type="pres">
      <dgm:prSet presAssocID="{A2A81692-86F8-4C3E-B155-3F4880E8AD68}" presName="parentLin" presStyleCnt="0"/>
      <dgm:spPr/>
    </dgm:pt>
    <dgm:pt modelId="{6DE561A6-C42A-429E-99BC-3F5707DC756A}" type="pres">
      <dgm:prSet presAssocID="{A2A81692-86F8-4C3E-B155-3F4880E8AD68}" presName="parentLeftMargin" presStyleLbl="node1" presStyleIdx="1" presStyleCnt="3"/>
      <dgm:spPr/>
    </dgm:pt>
    <dgm:pt modelId="{E3A155B2-AE99-4C89-A596-9B36A967F510}" type="pres">
      <dgm:prSet presAssocID="{A2A81692-86F8-4C3E-B155-3F4880E8AD6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C50E60F-7C17-442E-9A72-C682493A211F}" type="pres">
      <dgm:prSet presAssocID="{A2A81692-86F8-4C3E-B155-3F4880E8AD68}" presName="negativeSpace" presStyleCnt="0"/>
      <dgm:spPr/>
    </dgm:pt>
    <dgm:pt modelId="{CEE6E2A2-56FA-4018-9120-3B30EF867A4E}" type="pres">
      <dgm:prSet presAssocID="{A2A81692-86F8-4C3E-B155-3F4880E8AD6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6D08907-A344-4AF0-B81B-1B792A8F870A}" srcId="{2912DE60-CEBC-4AE3-B6FF-37A7870A44DF}" destId="{A2A81692-86F8-4C3E-B155-3F4880E8AD68}" srcOrd="2" destOrd="0" parTransId="{9841CFA5-5B31-433E-B955-55565128168A}" sibTransId="{E27BA3C9-2EE3-4254-8556-D8DCC4B3A80D}"/>
    <dgm:cxn modelId="{CCE68C09-1DC3-491E-8C96-999DFD564F83}" type="presOf" srcId="{2912DE60-CEBC-4AE3-B6FF-37A7870A44DF}" destId="{C32B0242-A19F-407C-8A61-69A7D5AAFB9E}" srcOrd="0" destOrd="0" presId="urn:microsoft.com/office/officeart/2005/8/layout/list1"/>
    <dgm:cxn modelId="{8962D609-41D0-4984-96C8-CB4A935BA341}" type="presOf" srcId="{9325D337-FF56-4CDB-AAA0-11DB4C77E472}" destId="{35AA85EC-C16E-49C2-A78D-24A2D92E7F46}" srcOrd="0" destOrd="0" presId="urn:microsoft.com/office/officeart/2005/8/layout/list1"/>
    <dgm:cxn modelId="{F2E08E34-F751-4522-B1F2-84EBF1CDD116}" type="presOf" srcId="{FC515FF6-26F6-4641-AE27-5CE1F71C3C43}" destId="{35006B7A-83DC-473C-BEB7-2AE633005BD1}" srcOrd="0" destOrd="0" presId="urn:microsoft.com/office/officeart/2005/8/layout/list1"/>
    <dgm:cxn modelId="{117B6740-CE8C-4FC5-97AD-87E72E0B29FD}" type="presOf" srcId="{9325D337-FF56-4CDB-AAA0-11DB4C77E472}" destId="{13B6BFB5-91FD-4DA1-AEB1-64F6C9BC99C7}" srcOrd="1" destOrd="0" presId="urn:microsoft.com/office/officeart/2005/8/layout/list1"/>
    <dgm:cxn modelId="{55FADD43-F445-49E6-A576-E5D06DB353E2}" type="presOf" srcId="{FC515FF6-26F6-4641-AE27-5CE1F71C3C43}" destId="{E958BBF8-7D27-4D46-A828-4DC275069E4B}" srcOrd="1" destOrd="0" presId="urn:microsoft.com/office/officeart/2005/8/layout/list1"/>
    <dgm:cxn modelId="{1454E643-F69A-4F43-B658-36A5B106B637}" type="presOf" srcId="{A2A81692-86F8-4C3E-B155-3F4880E8AD68}" destId="{6DE561A6-C42A-429E-99BC-3F5707DC756A}" srcOrd="0" destOrd="0" presId="urn:microsoft.com/office/officeart/2005/8/layout/list1"/>
    <dgm:cxn modelId="{6E002BD0-119F-4F42-BDB4-B635BC1B25ED}" srcId="{2912DE60-CEBC-4AE3-B6FF-37A7870A44DF}" destId="{9325D337-FF56-4CDB-AAA0-11DB4C77E472}" srcOrd="1" destOrd="0" parTransId="{22281A36-7358-41A5-A754-1899736C8145}" sibTransId="{1EFE8F4B-5F63-4AF0-931C-59AA24AF4A50}"/>
    <dgm:cxn modelId="{CA1F91E3-7A93-4C30-A020-7A90AAC56D3E}" srcId="{2912DE60-CEBC-4AE3-B6FF-37A7870A44DF}" destId="{FC515FF6-26F6-4641-AE27-5CE1F71C3C43}" srcOrd="0" destOrd="0" parTransId="{D7080BEF-B18B-4802-A9D5-D5D83A6A140A}" sibTransId="{D7471190-5365-4B26-99EB-B60209DC533C}"/>
    <dgm:cxn modelId="{0C603DFB-CDF8-4C35-B342-6FECB41E9C1E}" type="presOf" srcId="{A2A81692-86F8-4C3E-B155-3F4880E8AD68}" destId="{E3A155B2-AE99-4C89-A596-9B36A967F510}" srcOrd="1" destOrd="0" presId="urn:microsoft.com/office/officeart/2005/8/layout/list1"/>
    <dgm:cxn modelId="{1B7E896A-6EF2-4B91-9E16-0BB06CA77E0D}" type="presParOf" srcId="{C32B0242-A19F-407C-8A61-69A7D5AAFB9E}" destId="{4FE139D7-BA19-43B2-A34F-057E05B3E7BE}" srcOrd="0" destOrd="0" presId="urn:microsoft.com/office/officeart/2005/8/layout/list1"/>
    <dgm:cxn modelId="{C792451E-7D7A-4B16-965A-89DEBEBF7177}" type="presParOf" srcId="{4FE139D7-BA19-43B2-A34F-057E05B3E7BE}" destId="{35006B7A-83DC-473C-BEB7-2AE633005BD1}" srcOrd="0" destOrd="0" presId="urn:microsoft.com/office/officeart/2005/8/layout/list1"/>
    <dgm:cxn modelId="{F4938068-0C9C-407C-9F72-7835D018F8B1}" type="presParOf" srcId="{4FE139D7-BA19-43B2-A34F-057E05B3E7BE}" destId="{E958BBF8-7D27-4D46-A828-4DC275069E4B}" srcOrd="1" destOrd="0" presId="urn:microsoft.com/office/officeart/2005/8/layout/list1"/>
    <dgm:cxn modelId="{6169350A-411D-4D27-9661-C69B1ACA0D85}" type="presParOf" srcId="{C32B0242-A19F-407C-8A61-69A7D5AAFB9E}" destId="{9A61426E-C993-4B45-9C38-6A825C062C80}" srcOrd="1" destOrd="0" presId="urn:microsoft.com/office/officeart/2005/8/layout/list1"/>
    <dgm:cxn modelId="{8656C3B9-5AD3-44F5-B3F9-DC691573B541}" type="presParOf" srcId="{C32B0242-A19F-407C-8A61-69A7D5AAFB9E}" destId="{CE6DBAF6-1420-4785-B291-51B1768C0A6C}" srcOrd="2" destOrd="0" presId="urn:microsoft.com/office/officeart/2005/8/layout/list1"/>
    <dgm:cxn modelId="{88E91DFA-C786-43B5-AF06-83DD176AD4A9}" type="presParOf" srcId="{C32B0242-A19F-407C-8A61-69A7D5AAFB9E}" destId="{66CD606B-7AA9-4E25-B0A4-70C900E7E2C5}" srcOrd="3" destOrd="0" presId="urn:microsoft.com/office/officeart/2005/8/layout/list1"/>
    <dgm:cxn modelId="{0BB46A9D-9673-4198-BDB9-33BC06885D6B}" type="presParOf" srcId="{C32B0242-A19F-407C-8A61-69A7D5AAFB9E}" destId="{E7BE1F91-C323-4781-8DE0-6C0CD10A11D8}" srcOrd="4" destOrd="0" presId="urn:microsoft.com/office/officeart/2005/8/layout/list1"/>
    <dgm:cxn modelId="{968B1E7D-0BCC-440A-9DF8-55872F742D55}" type="presParOf" srcId="{E7BE1F91-C323-4781-8DE0-6C0CD10A11D8}" destId="{35AA85EC-C16E-49C2-A78D-24A2D92E7F46}" srcOrd="0" destOrd="0" presId="urn:microsoft.com/office/officeart/2005/8/layout/list1"/>
    <dgm:cxn modelId="{F4AA39E5-9763-4E28-B089-5B2B03DA7CB6}" type="presParOf" srcId="{E7BE1F91-C323-4781-8DE0-6C0CD10A11D8}" destId="{13B6BFB5-91FD-4DA1-AEB1-64F6C9BC99C7}" srcOrd="1" destOrd="0" presId="urn:microsoft.com/office/officeart/2005/8/layout/list1"/>
    <dgm:cxn modelId="{5F740869-B1F2-4266-AFDC-17770AE4A143}" type="presParOf" srcId="{C32B0242-A19F-407C-8A61-69A7D5AAFB9E}" destId="{6FD31EF1-0FF4-4506-9FD4-0650EB825DF1}" srcOrd="5" destOrd="0" presId="urn:microsoft.com/office/officeart/2005/8/layout/list1"/>
    <dgm:cxn modelId="{39AF6BEC-2049-49B7-89FC-392C6145CC3E}" type="presParOf" srcId="{C32B0242-A19F-407C-8A61-69A7D5AAFB9E}" destId="{4EB7CB40-A11A-46AF-9A4F-7242C99EF135}" srcOrd="6" destOrd="0" presId="urn:microsoft.com/office/officeart/2005/8/layout/list1"/>
    <dgm:cxn modelId="{241F3B54-A4A4-492B-8542-55DB899E94DC}" type="presParOf" srcId="{C32B0242-A19F-407C-8A61-69A7D5AAFB9E}" destId="{E1705FFD-67F3-42BF-B0BE-A06AB1F40727}" srcOrd="7" destOrd="0" presId="urn:microsoft.com/office/officeart/2005/8/layout/list1"/>
    <dgm:cxn modelId="{2324FFBA-EF38-43D0-B4D6-DE30FCF4EEBB}" type="presParOf" srcId="{C32B0242-A19F-407C-8A61-69A7D5AAFB9E}" destId="{F4BECA38-30B0-4C59-BCDF-4506CC95D732}" srcOrd="8" destOrd="0" presId="urn:microsoft.com/office/officeart/2005/8/layout/list1"/>
    <dgm:cxn modelId="{43A344FC-DF70-47B8-813D-4AFE9BA20FDB}" type="presParOf" srcId="{F4BECA38-30B0-4C59-BCDF-4506CC95D732}" destId="{6DE561A6-C42A-429E-99BC-3F5707DC756A}" srcOrd="0" destOrd="0" presId="urn:microsoft.com/office/officeart/2005/8/layout/list1"/>
    <dgm:cxn modelId="{4492C085-A8BC-4B2A-A4B3-D66E934451F2}" type="presParOf" srcId="{F4BECA38-30B0-4C59-BCDF-4506CC95D732}" destId="{E3A155B2-AE99-4C89-A596-9B36A967F510}" srcOrd="1" destOrd="0" presId="urn:microsoft.com/office/officeart/2005/8/layout/list1"/>
    <dgm:cxn modelId="{065DCBD3-5A05-4650-B90A-80056293B68F}" type="presParOf" srcId="{C32B0242-A19F-407C-8A61-69A7D5AAFB9E}" destId="{6C50E60F-7C17-442E-9A72-C682493A211F}" srcOrd="9" destOrd="0" presId="urn:microsoft.com/office/officeart/2005/8/layout/list1"/>
    <dgm:cxn modelId="{9BF2E475-E2DE-415E-83AC-0561EF053C18}" type="presParOf" srcId="{C32B0242-A19F-407C-8A61-69A7D5AAFB9E}" destId="{CEE6E2A2-56FA-4018-9120-3B30EF867A4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6DBAF6-1420-4785-B291-51B1768C0A6C}">
      <dsp:nvSpPr>
        <dsp:cNvPr id="0" name=""/>
        <dsp:cNvSpPr/>
      </dsp:nvSpPr>
      <dsp:spPr>
        <a:xfrm>
          <a:off x="0" y="1655310"/>
          <a:ext cx="690051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58BBF8-7D27-4D46-A828-4DC275069E4B}">
      <dsp:nvSpPr>
        <dsp:cNvPr id="0" name=""/>
        <dsp:cNvSpPr/>
      </dsp:nvSpPr>
      <dsp:spPr>
        <a:xfrm>
          <a:off x="345025" y="1330590"/>
          <a:ext cx="4830358" cy="6494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 dirty="0">
              <a:effectLst/>
              <a:latin typeface="Arial" panose="020B0604020202020204" pitchFamily="34" charset="0"/>
              <a:ea typeface="Calibri" panose="020F0502020204030204" pitchFamily="34" charset="0"/>
            </a:rPr>
            <a:t>Create Query Using Wizard</a:t>
          </a:r>
          <a:endParaRPr lang="en-US" sz="2200" kern="1200" dirty="0"/>
        </a:p>
      </dsp:txBody>
      <dsp:txXfrm>
        <a:off x="376728" y="1362293"/>
        <a:ext cx="4766952" cy="586034"/>
      </dsp:txXfrm>
    </dsp:sp>
    <dsp:sp modelId="{4EB7CB40-A11A-46AF-9A4F-7242C99EF135}">
      <dsp:nvSpPr>
        <dsp:cNvPr id="0" name=""/>
        <dsp:cNvSpPr/>
      </dsp:nvSpPr>
      <dsp:spPr>
        <a:xfrm>
          <a:off x="0" y="2653230"/>
          <a:ext cx="690051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B6BFB5-91FD-4DA1-AEB1-64F6C9BC99C7}">
      <dsp:nvSpPr>
        <dsp:cNvPr id="0" name=""/>
        <dsp:cNvSpPr/>
      </dsp:nvSpPr>
      <dsp:spPr>
        <a:xfrm>
          <a:off x="345025" y="2328510"/>
          <a:ext cx="4830358" cy="649440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b="1" kern="1200" dirty="0" err="1"/>
            <a:t>reate</a:t>
          </a:r>
          <a:r>
            <a:rPr lang="en-US" sz="2200" b="1" kern="1200" dirty="0"/>
            <a:t> Query using design view</a:t>
          </a:r>
          <a:endParaRPr lang="en-US" sz="2200" kern="1200" dirty="0"/>
        </a:p>
      </dsp:txBody>
      <dsp:txXfrm>
        <a:off x="376728" y="2360213"/>
        <a:ext cx="4766952" cy="586034"/>
      </dsp:txXfrm>
    </dsp:sp>
    <dsp:sp modelId="{CEE6E2A2-56FA-4018-9120-3B30EF867A4E}">
      <dsp:nvSpPr>
        <dsp:cNvPr id="0" name=""/>
        <dsp:cNvSpPr/>
      </dsp:nvSpPr>
      <dsp:spPr>
        <a:xfrm>
          <a:off x="0" y="3651150"/>
          <a:ext cx="690051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A155B2-AE99-4C89-A596-9B36A967F510}">
      <dsp:nvSpPr>
        <dsp:cNvPr id="0" name=""/>
        <dsp:cNvSpPr/>
      </dsp:nvSpPr>
      <dsp:spPr>
        <a:xfrm>
          <a:off x="345025" y="3326430"/>
          <a:ext cx="4830358" cy="64944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Customize Query with Criteria </a:t>
          </a:r>
          <a:endParaRPr lang="en-US" sz="2200" kern="1200" dirty="0"/>
        </a:p>
      </dsp:txBody>
      <dsp:txXfrm>
        <a:off x="376728" y="3358133"/>
        <a:ext cx="4766952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3FAD7-85A0-534F-AC97-FE49F2857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9E928-67E8-6939-7475-B62C0528C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C6618-5F6F-3953-F644-E350C5B55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070A8-AB99-D2FD-5E5E-C378559FF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4A5B3-C881-3898-E1F7-FD21F2632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6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C9215-1A97-09A4-7598-6A9A2C6F8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515BB-6395-6385-276F-0A97B8CA7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8F541-0AE1-58AC-AA04-3E9FA577A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B1606-1713-B551-3C5C-902E5E368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09CF9-501E-B8DE-6C58-44EEF0341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17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D8B4D-F78E-AC72-2FCD-DB930F0E0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5635A-3497-B35C-CE09-63CFA4CB9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51E3E-6588-A69C-77F4-D15BAA4BB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B2D8B-271C-FCC4-9C59-84A864B2E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511EB-B55E-82B3-07E4-15A1472A1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60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072B-241E-8D6A-C292-3CD9A1A47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BE3E8-6D6D-6233-A4D2-EB9B38CC6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0F122-2017-256F-2FE4-2532A355E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A6038-16EF-4475-6872-3A7F7B5E4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71EFE-9B18-D27A-B162-EA9C89A05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56FBC-92C8-DCF1-AF45-6D827ECCC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A333-6845-8F68-211E-E7C696107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C89D9-E4F4-1C69-EA2E-B143F2A33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E723-9AD0-D9E6-08F3-5742FB038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350622-06B6-2483-17E4-BC71D60EE9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1815F-2C5B-DAF8-7A2B-E52653389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0CFB3B-4413-440E-D801-618594F89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DAC883-658E-564E-F72D-9484DB715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A24E22-0BB4-358C-1D66-0C9CD959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14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2E1F-BBE8-0AB9-2739-F525FF3A9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F36E7-D9B8-BD26-9FE8-9A124BB90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C7CAB-FBF6-4D69-6250-8FBDB5538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A7D4E-C5AE-4AB2-C453-620BA4FE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0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0830A8-00BB-A14F-7714-408B2614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F31686-1DD4-CEF9-FF5F-A5F54BAD2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851F4-5D70-97D6-F0EC-BF10CBE9E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54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7A7B4-4D84-7C70-7FB5-84E19DAF5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857D6-C844-A446-9267-1C12EF0CD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56FB8-4FAF-D777-812D-151D75AA7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E847F-3738-FBD3-8EBE-A1335DEB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00D66-9DD6-6411-B567-92426939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D385B-86A7-AFBD-0F13-55CEFE2D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654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26DB4-8072-5CDD-9F6E-E2E2CD52A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1C95D3-5BC8-3871-D0F4-DF8BA9A5D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21A06-D286-06BD-0CC5-F58A981AF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3F53E-D974-76A2-BBC0-4DBA7CF5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53107-2E0E-3D83-6DAD-44512C5F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D3551-F4D7-0F76-BBC4-BFFED528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21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84D9-9A5C-99B7-4851-73FEEB9BF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3993F3-E72C-52B8-1608-83F3E5498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8A7B6-BB7C-4CAB-CF27-C6CAC239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5C44F-8DB4-E465-1F55-D6D4AAE76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F80E8-2634-3D3D-D2D8-B3350F51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475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6C5554-140C-DC40-376F-5F2FE7F338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0610DC-2410-476D-7247-311FB8528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2E1B6-68F0-663E-13C6-8C0E408A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AFF7C-C994-E171-B2D3-2F134B16A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77EF1-3149-EF53-F128-BAB080B1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51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5000" r="-6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5BBACC-2536-7A98-4FF5-320BDD036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1E827-7610-86EB-49B7-D5D19980A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E11A8-D3D4-727F-E1CC-6435E9570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553D8-16C3-D3C8-8EC7-A95FFC141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A89E0-623A-667A-1C13-79F3BB11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D88DB7DF-82A5-8638-8A8A-1B1AB586636C}"/>
              </a:ext>
            </a:extLst>
          </p:cNvPr>
          <p:cNvSpPr txBox="1"/>
          <p:nvPr/>
        </p:nvSpPr>
        <p:spPr>
          <a:xfrm>
            <a:off x="1" y="924389"/>
            <a:ext cx="2572870" cy="827791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Database Fundamentals</a:t>
            </a:r>
            <a:r>
              <a:rPr lang="en-US" sz="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Microsoft Access</a:t>
            </a:r>
            <a:r>
              <a:rPr lang="en-US" sz="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 Beginners</a:t>
            </a:r>
            <a:endParaRPr lang="en-US" sz="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93F85E-60D9-7CC9-400C-BC0E8819711F}"/>
              </a:ext>
            </a:extLst>
          </p:cNvPr>
          <p:cNvGrpSpPr/>
          <p:nvPr/>
        </p:nvGrpSpPr>
        <p:grpSpPr>
          <a:xfrm>
            <a:off x="594473" y="117703"/>
            <a:ext cx="1593831" cy="727012"/>
            <a:chOff x="0" y="64385"/>
            <a:chExt cx="4030470" cy="1918335"/>
          </a:xfrm>
        </p:grpSpPr>
        <p:pic>
          <p:nvPicPr>
            <p:cNvPr id="4" name="Picture 3" descr="Microsoft Access - Wikipedia">
              <a:extLst>
                <a:ext uri="{FF2B5EF4-FFF2-40B4-BE49-F238E27FC236}">
                  <a16:creationId xmlns:a16="http://schemas.microsoft.com/office/drawing/2014/main" id="{D360C89A-C0B7-C0A4-1469-9B9A4AA4B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4394"/>
              <a:ext cx="1905635" cy="186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 descr="Database | Bruker">
              <a:extLst>
                <a:ext uri="{FF2B5EF4-FFF2-40B4-BE49-F238E27FC236}">
                  <a16:creationId xmlns:a16="http://schemas.microsoft.com/office/drawing/2014/main" id="{0CEDD230-A06B-646A-510A-E0B8C6454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2135" y="64385"/>
              <a:ext cx="1918335" cy="19183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ABB2C33-E227-EBE0-B24C-4CC6A38B7490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4F3A574-E4E3-AC65-97AE-AD628225D042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3531FB66-61BD-6148-751E-19AA40293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FD24E-8667-F824-39A9-3F246A57B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8A7861E1-CAF9-1E03-E5AA-F5627BE1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E66E2FA0-F7E1-2270-2937-4DA909CB7AD5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12" name="Text Box 1">
            <a:extLst>
              <a:ext uri="{FF2B5EF4-FFF2-40B4-BE49-F238E27FC236}">
                <a16:creationId xmlns:a16="http://schemas.microsoft.com/office/drawing/2014/main" id="{9FF8A57A-136B-305E-D927-6C3603E07967}"/>
              </a:ext>
            </a:extLst>
          </p:cNvPr>
          <p:cNvSpPr txBox="1"/>
          <p:nvPr/>
        </p:nvSpPr>
        <p:spPr>
          <a:xfrm>
            <a:off x="0" y="2517699"/>
            <a:ext cx="12192000" cy="1030475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4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6000" dirty="0"/>
              <a:t>7 Query Basics in MS Access</a:t>
            </a:r>
            <a:endParaRPr lang="en-US" sz="6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464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325B717-980E-E25B-0575-C6425438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Contents</a:t>
            </a:r>
          </a:p>
        </p:txBody>
      </p:sp>
      <p:graphicFrame>
        <p:nvGraphicFramePr>
          <p:cNvPr id="27" name="Content Placeholder 6">
            <a:extLst>
              <a:ext uri="{FF2B5EF4-FFF2-40B4-BE49-F238E27FC236}">
                <a16:creationId xmlns:a16="http://schemas.microsoft.com/office/drawing/2014/main" id="{E9493381-AA57-E689-E34D-8B42F26D1B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987995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7087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42CEE-F922-E2CF-8286-F77CC988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Task 11: Create Query Using Wizard</a:t>
            </a: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35D6A6-F665-2DC4-2DB4-45F3ED0B5B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29239"/>
            <a:ext cx="6780700" cy="37971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A502B4-9AE4-1821-2498-10B1B7FFC0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239" y="5202440"/>
            <a:ext cx="1730211" cy="136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86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42CEE-F922-E2CF-8286-F77CC988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Task 12: Create Query using design view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35D6A6-F665-2DC4-2DB4-45F3ED0B5B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29239"/>
            <a:ext cx="6780700" cy="379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995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42CEE-F922-E2CF-8286-F77CC988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Task 13: Customize Query with Criteria 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35D6A6-F665-2DC4-2DB4-45F3ED0B5B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29239"/>
            <a:ext cx="6780700" cy="379719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53DBE42-180C-9AA0-573C-7A71145F8A7C}"/>
              </a:ext>
            </a:extLst>
          </p:cNvPr>
          <p:cNvGrpSpPr/>
          <p:nvPr/>
        </p:nvGrpSpPr>
        <p:grpSpPr>
          <a:xfrm>
            <a:off x="717422" y="5283981"/>
            <a:ext cx="5486400" cy="1534160"/>
            <a:chOff x="0" y="0"/>
            <a:chExt cx="5486400" cy="1534160"/>
          </a:xfrm>
        </p:grpSpPr>
        <p:pic>
          <p:nvPicPr>
            <p:cNvPr id="4" name="Picture 3" descr="A screenshot of a computer&#10;&#10;Description automatically generated with medium confidence">
              <a:extLst>
                <a:ext uri="{FF2B5EF4-FFF2-40B4-BE49-F238E27FC236}">
                  <a16:creationId xmlns:a16="http://schemas.microsoft.com/office/drawing/2014/main" id="{0E0C4B2A-F127-4549-618D-CC5B660FD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486400" cy="1534160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A9E25A2-11DC-8853-956F-E0714EEC5C6C}"/>
                </a:ext>
              </a:extLst>
            </p:cNvPr>
            <p:cNvSpPr/>
            <p:nvPr/>
          </p:nvSpPr>
          <p:spPr>
            <a:xfrm>
              <a:off x="0" y="639147"/>
              <a:ext cx="5476672" cy="97971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1341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estions and Concerns Business Layout | Template Presentation | Sample of  PPT Presentation | Presentation Background Images">
            <a:extLst>
              <a:ext uri="{FF2B5EF4-FFF2-40B4-BE49-F238E27FC236}">
                <a16:creationId xmlns:a16="http://schemas.microsoft.com/office/drawing/2014/main" id="{4F5B5832-12FB-05F6-6EF8-470F30C6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312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64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Office Theme</vt:lpstr>
      <vt:lpstr>PowerPoint Presentation</vt:lpstr>
      <vt:lpstr>Contents</vt:lpstr>
      <vt:lpstr>Task 11: Create Query Using Wizard</vt:lpstr>
      <vt:lpstr>Task 12: Create Query using design view</vt:lpstr>
      <vt:lpstr>Task 13: Customize Query with Criteria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Fawzy</dc:creator>
  <cp:lastModifiedBy>Said Fawzy</cp:lastModifiedBy>
  <cp:revision>12</cp:revision>
  <dcterms:created xsi:type="dcterms:W3CDTF">2023-05-29T08:49:13Z</dcterms:created>
  <dcterms:modified xsi:type="dcterms:W3CDTF">2023-06-04T11:11:26Z</dcterms:modified>
</cp:coreProperties>
</file>