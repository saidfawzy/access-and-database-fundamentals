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2" r:id="rId2"/>
    <p:sldId id="383" r:id="rId3"/>
    <p:sldId id="428" r:id="rId4"/>
    <p:sldId id="429" r:id="rId5"/>
    <p:sldId id="430" r:id="rId6"/>
    <p:sldId id="431" r:id="rId7"/>
    <p:sldId id="432" r:id="rId8"/>
    <p:sldId id="433" r:id="rId9"/>
    <p:sldId id="42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22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2DE60-CEBC-4AE3-B6FF-37A7870A44D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C515FF6-26F6-4641-AE27-5CE1F71C3C43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ERD</a:t>
          </a:r>
          <a:endParaRPr lang="en-US" dirty="0"/>
        </a:p>
      </dgm:t>
    </dgm:pt>
    <dgm:pt modelId="{D7080BEF-B18B-4802-A9D5-D5D83A6A140A}" type="parTrans" cxnId="{CA1F91E3-7A93-4C30-A020-7A90AAC56D3E}">
      <dgm:prSet/>
      <dgm:spPr/>
      <dgm:t>
        <a:bodyPr/>
        <a:lstStyle/>
        <a:p>
          <a:endParaRPr lang="en-US"/>
        </a:p>
      </dgm:t>
    </dgm:pt>
    <dgm:pt modelId="{D7471190-5365-4B26-99EB-B60209DC533C}" type="sibTrans" cxnId="{CA1F91E3-7A93-4C30-A020-7A90AAC56D3E}">
      <dgm:prSet/>
      <dgm:spPr/>
      <dgm:t>
        <a:bodyPr/>
        <a:lstStyle/>
        <a:p>
          <a:endParaRPr lang="en-US"/>
        </a:p>
      </dgm:t>
    </dgm:pt>
    <dgm:pt modelId="{9325D337-FF56-4CDB-AAA0-11DB4C77E472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Relationship Diagram</a:t>
          </a:r>
          <a:endParaRPr lang="en-US" dirty="0"/>
        </a:p>
      </dgm:t>
    </dgm:pt>
    <dgm:pt modelId="{22281A36-7358-41A5-A754-1899736C8145}" type="parTrans" cxnId="{6E002BD0-119F-4F42-BDB4-B635BC1B25ED}">
      <dgm:prSet/>
      <dgm:spPr/>
      <dgm:t>
        <a:bodyPr/>
        <a:lstStyle/>
        <a:p>
          <a:endParaRPr lang="en-US"/>
        </a:p>
      </dgm:t>
    </dgm:pt>
    <dgm:pt modelId="{1EFE8F4B-5F63-4AF0-931C-59AA24AF4A50}" type="sibTrans" cxnId="{6E002BD0-119F-4F42-BDB4-B635BC1B25ED}">
      <dgm:prSet/>
      <dgm:spPr/>
      <dgm:t>
        <a:bodyPr/>
        <a:lstStyle/>
        <a:p>
          <a:endParaRPr lang="en-US"/>
        </a:p>
      </dgm:t>
    </dgm:pt>
    <dgm:pt modelId="{A2A81692-86F8-4C3E-B155-3F4880E8AD68}">
      <dgm:prSet/>
      <dgm:spPr/>
      <dgm:t>
        <a:bodyPr/>
        <a:lstStyle/>
        <a:p>
          <a:r>
            <a:rPr lang="en-US" dirty="0"/>
            <a:t>CREATE FORMS</a:t>
          </a:r>
        </a:p>
      </dgm:t>
    </dgm:pt>
    <dgm:pt modelId="{9841CFA5-5B31-433E-B955-55565128168A}" type="parTrans" cxnId="{A6D08907-A344-4AF0-B81B-1B792A8F870A}">
      <dgm:prSet/>
      <dgm:spPr/>
      <dgm:t>
        <a:bodyPr/>
        <a:lstStyle/>
        <a:p>
          <a:endParaRPr lang="en-US"/>
        </a:p>
      </dgm:t>
    </dgm:pt>
    <dgm:pt modelId="{E27BA3C9-2EE3-4254-8556-D8DCC4B3A80D}" type="sibTrans" cxnId="{A6D08907-A344-4AF0-B81B-1B792A8F870A}">
      <dgm:prSet/>
      <dgm:spPr/>
      <dgm:t>
        <a:bodyPr/>
        <a:lstStyle/>
        <a:p>
          <a:endParaRPr lang="en-US"/>
        </a:p>
      </dgm:t>
    </dgm:pt>
    <dgm:pt modelId="{3B9AE1B4-3D7D-4429-B29F-1C27BC4D19FD}">
      <dgm:prSet/>
      <dgm:spPr/>
      <dgm:t>
        <a:bodyPr/>
        <a:lstStyle/>
        <a:p>
          <a:r>
            <a:rPr lang="en-US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REPORTS</a:t>
          </a:r>
          <a:endParaRPr lang="en-US" dirty="0"/>
        </a:p>
      </dgm:t>
    </dgm:pt>
    <dgm:pt modelId="{4DD2B5A5-ACE3-4C68-8826-65B181EAA415}" type="parTrans" cxnId="{D8E073C5-C7D2-48E7-B0C4-137B60D40A20}">
      <dgm:prSet/>
      <dgm:spPr/>
      <dgm:t>
        <a:bodyPr/>
        <a:lstStyle/>
        <a:p>
          <a:endParaRPr lang="en-US"/>
        </a:p>
      </dgm:t>
    </dgm:pt>
    <dgm:pt modelId="{519A9902-0994-4D76-B3CB-C7059D1AAFFA}" type="sibTrans" cxnId="{D8E073C5-C7D2-48E7-B0C4-137B60D40A20}">
      <dgm:prSet/>
      <dgm:spPr/>
      <dgm:t>
        <a:bodyPr/>
        <a:lstStyle/>
        <a:p>
          <a:endParaRPr lang="en-US"/>
        </a:p>
      </dgm:t>
    </dgm:pt>
    <dgm:pt modelId="{8FDB64BA-9BD9-4B02-BD40-106B46556CC9}">
      <dgm:prSet/>
      <dgm:spPr/>
      <dgm:t>
        <a:bodyPr/>
        <a:lstStyle/>
        <a:p>
          <a:pPr>
            <a:defRPr cap="all"/>
          </a:pPr>
          <a:r>
            <a:rPr lang="en-US" dirty="0"/>
            <a:t>CREATE TABLES</a:t>
          </a:r>
        </a:p>
      </dgm:t>
    </dgm:pt>
    <dgm:pt modelId="{9D3035FF-BDD8-4272-B0D5-5EABF557C85D}" type="parTrans" cxnId="{042A41B7-4DBD-4B39-B368-F90E5250025B}">
      <dgm:prSet/>
      <dgm:spPr/>
      <dgm:t>
        <a:bodyPr/>
        <a:lstStyle/>
        <a:p>
          <a:endParaRPr lang="en-US"/>
        </a:p>
      </dgm:t>
    </dgm:pt>
    <dgm:pt modelId="{67077C9A-5E24-4287-AA69-AD82EF719190}" type="sibTrans" cxnId="{042A41B7-4DBD-4B39-B368-F90E5250025B}">
      <dgm:prSet/>
      <dgm:spPr/>
      <dgm:t>
        <a:bodyPr/>
        <a:lstStyle/>
        <a:p>
          <a:endParaRPr lang="en-US"/>
        </a:p>
      </dgm:t>
    </dgm:pt>
    <dgm:pt modelId="{F5DF71FB-D827-4416-A4E8-1C1BE0032691}">
      <dgm:prSet/>
      <dgm:spPr/>
      <dgm:t>
        <a:bodyPr/>
        <a:lstStyle/>
        <a:p>
          <a:r>
            <a:rPr lang="en-US" dirty="0"/>
            <a:t>CREATE QUERIES</a:t>
          </a:r>
        </a:p>
      </dgm:t>
    </dgm:pt>
    <dgm:pt modelId="{DDEF248B-F82B-4F9E-874C-F0C98F1EE187}" type="parTrans" cxnId="{9A585E05-6243-4930-BB09-A1E4B75E38AA}">
      <dgm:prSet/>
      <dgm:spPr/>
      <dgm:t>
        <a:bodyPr/>
        <a:lstStyle/>
        <a:p>
          <a:endParaRPr lang="en-US"/>
        </a:p>
      </dgm:t>
    </dgm:pt>
    <dgm:pt modelId="{CFC3CAF3-0613-4622-A1E0-49EF242B27F7}" type="sibTrans" cxnId="{9A585E05-6243-4930-BB09-A1E4B75E38AA}">
      <dgm:prSet/>
      <dgm:spPr/>
      <dgm:t>
        <a:bodyPr/>
        <a:lstStyle/>
        <a:p>
          <a:endParaRPr lang="en-US"/>
        </a:p>
      </dgm:t>
    </dgm:pt>
    <dgm:pt modelId="{C32B0242-A19F-407C-8A61-69A7D5AAFB9E}" type="pres">
      <dgm:prSet presAssocID="{2912DE60-CEBC-4AE3-B6FF-37A7870A44DF}" presName="linear" presStyleCnt="0">
        <dgm:presLayoutVars>
          <dgm:dir/>
          <dgm:animLvl val="lvl"/>
          <dgm:resizeHandles val="exact"/>
        </dgm:presLayoutVars>
      </dgm:prSet>
      <dgm:spPr/>
    </dgm:pt>
    <dgm:pt modelId="{4FE139D7-BA19-43B2-A34F-057E05B3E7BE}" type="pres">
      <dgm:prSet presAssocID="{FC515FF6-26F6-4641-AE27-5CE1F71C3C43}" presName="parentLin" presStyleCnt="0"/>
      <dgm:spPr/>
    </dgm:pt>
    <dgm:pt modelId="{35006B7A-83DC-473C-BEB7-2AE633005BD1}" type="pres">
      <dgm:prSet presAssocID="{FC515FF6-26F6-4641-AE27-5CE1F71C3C43}" presName="parentLeftMargin" presStyleLbl="node1" presStyleIdx="0" presStyleCnt="6"/>
      <dgm:spPr/>
    </dgm:pt>
    <dgm:pt modelId="{E958BBF8-7D27-4D46-A828-4DC275069E4B}" type="pres">
      <dgm:prSet presAssocID="{FC515FF6-26F6-4641-AE27-5CE1F71C3C4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A61426E-C993-4B45-9C38-6A825C062C80}" type="pres">
      <dgm:prSet presAssocID="{FC515FF6-26F6-4641-AE27-5CE1F71C3C43}" presName="negativeSpace" presStyleCnt="0"/>
      <dgm:spPr/>
    </dgm:pt>
    <dgm:pt modelId="{CE6DBAF6-1420-4785-B291-51B1768C0A6C}" type="pres">
      <dgm:prSet presAssocID="{FC515FF6-26F6-4641-AE27-5CE1F71C3C43}" presName="childText" presStyleLbl="conFgAcc1" presStyleIdx="0" presStyleCnt="6">
        <dgm:presLayoutVars>
          <dgm:bulletEnabled val="1"/>
        </dgm:presLayoutVars>
      </dgm:prSet>
      <dgm:spPr/>
    </dgm:pt>
    <dgm:pt modelId="{66CD606B-7AA9-4E25-B0A4-70C900E7E2C5}" type="pres">
      <dgm:prSet presAssocID="{D7471190-5365-4B26-99EB-B60209DC533C}" presName="spaceBetweenRectangles" presStyleCnt="0"/>
      <dgm:spPr/>
    </dgm:pt>
    <dgm:pt modelId="{E7BE1F91-C323-4781-8DE0-6C0CD10A11D8}" type="pres">
      <dgm:prSet presAssocID="{9325D337-FF56-4CDB-AAA0-11DB4C77E472}" presName="parentLin" presStyleCnt="0"/>
      <dgm:spPr/>
    </dgm:pt>
    <dgm:pt modelId="{35AA85EC-C16E-49C2-A78D-24A2D92E7F46}" type="pres">
      <dgm:prSet presAssocID="{9325D337-FF56-4CDB-AAA0-11DB4C77E472}" presName="parentLeftMargin" presStyleLbl="node1" presStyleIdx="0" presStyleCnt="6"/>
      <dgm:spPr/>
    </dgm:pt>
    <dgm:pt modelId="{13B6BFB5-91FD-4DA1-AEB1-64F6C9BC99C7}" type="pres">
      <dgm:prSet presAssocID="{9325D337-FF56-4CDB-AAA0-11DB4C77E47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FD31EF1-0FF4-4506-9FD4-0650EB825DF1}" type="pres">
      <dgm:prSet presAssocID="{9325D337-FF56-4CDB-AAA0-11DB4C77E472}" presName="negativeSpace" presStyleCnt="0"/>
      <dgm:spPr/>
    </dgm:pt>
    <dgm:pt modelId="{4EB7CB40-A11A-46AF-9A4F-7242C99EF135}" type="pres">
      <dgm:prSet presAssocID="{9325D337-FF56-4CDB-AAA0-11DB4C77E472}" presName="childText" presStyleLbl="conFgAcc1" presStyleIdx="1" presStyleCnt="6">
        <dgm:presLayoutVars>
          <dgm:bulletEnabled val="1"/>
        </dgm:presLayoutVars>
      </dgm:prSet>
      <dgm:spPr/>
    </dgm:pt>
    <dgm:pt modelId="{E1705FFD-67F3-42BF-B0BE-A06AB1F40727}" type="pres">
      <dgm:prSet presAssocID="{1EFE8F4B-5F63-4AF0-931C-59AA24AF4A50}" presName="spaceBetweenRectangles" presStyleCnt="0"/>
      <dgm:spPr/>
    </dgm:pt>
    <dgm:pt modelId="{D0037BC9-EF96-44B5-B477-CC248E225171}" type="pres">
      <dgm:prSet presAssocID="{8FDB64BA-9BD9-4B02-BD40-106B46556CC9}" presName="parentLin" presStyleCnt="0"/>
      <dgm:spPr/>
    </dgm:pt>
    <dgm:pt modelId="{B8D026AA-D254-4441-99F2-8DB68254BF5D}" type="pres">
      <dgm:prSet presAssocID="{8FDB64BA-9BD9-4B02-BD40-106B46556CC9}" presName="parentLeftMargin" presStyleLbl="node1" presStyleIdx="1" presStyleCnt="6"/>
      <dgm:spPr/>
    </dgm:pt>
    <dgm:pt modelId="{BAB0DD2C-B6EF-44AE-B858-3572DD451D47}" type="pres">
      <dgm:prSet presAssocID="{8FDB64BA-9BD9-4B02-BD40-106B46556CC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1E53302-9317-4396-A0E3-ECE969B52C19}" type="pres">
      <dgm:prSet presAssocID="{8FDB64BA-9BD9-4B02-BD40-106B46556CC9}" presName="negativeSpace" presStyleCnt="0"/>
      <dgm:spPr/>
    </dgm:pt>
    <dgm:pt modelId="{6D59DFE3-2B7B-46D0-9210-E7119C318E6A}" type="pres">
      <dgm:prSet presAssocID="{8FDB64BA-9BD9-4B02-BD40-106B46556CC9}" presName="childText" presStyleLbl="conFgAcc1" presStyleIdx="2" presStyleCnt="6">
        <dgm:presLayoutVars>
          <dgm:bulletEnabled val="1"/>
        </dgm:presLayoutVars>
      </dgm:prSet>
      <dgm:spPr/>
    </dgm:pt>
    <dgm:pt modelId="{8D75A9B6-EF2C-4779-876C-64E436F73587}" type="pres">
      <dgm:prSet presAssocID="{67077C9A-5E24-4287-AA69-AD82EF719190}" presName="spaceBetweenRectangles" presStyleCnt="0"/>
      <dgm:spPr/>
    </dgm:pt>
    <dgm:pt modelId="{F4BECA38-30B0-4C59-BCDF-4506CC95D732}" type="pres">
      <dgm:prSet presAssocID="{A2A81692-86F8-4C3E-B155-3F4880E8AD68}" presName="parentLin" presStyleCnt="0"/>
      <dgm:spPr/>
    </dgm:pt>
    <dgm:pt modelId="{6DE561A6-C42A-429E-99BC-3F5707DC756A}" type="pres">
      <dgm:prSet presAssocID="{A2A81692-86F8-4C3E-B155-3F4880E8AD68}" presName="parentLeftMargin" presStyleLbl="node1" presStyleIdx="2" presStyleCnt="6"/>
      <dgm:spPr/>
    </dgm:pt>
    <dgm:pt modelId="{E3A155B2-AE99-4C89-A596-9B36A967F510}" type="pres">
      <dgm:prSet presAssocID="{A2A81692-86F8-4C3E-B155-3F4880E8AD6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C50E60F-7C17-442E-9A72-C682493A211F}" type="pres">
      <dgm:prSet presAssocID="{A2A81692-86F8-4C3E-B155-3F4880E8AD68}" presName="negativeSpace" presStyleCnt="0"/>
      <dgm:spPr/>
    </dgm:pt>
    <dgm:pt modelId="{CEE6E2A2-56FA-4018-9120-3B30EF867A4E}" type="pres">
      <dgm:prSet presAssocID="{A2A81692-86F8-4C3E-B155-3F4880E8AD68}" presName="childText" presStyleLbl="conFgAcc1" presStyleIdx="3" presStyleCnt="6">
        <dgm:presLayoutVars>
          <dgm:bulletEnabled val="1"/>
        </dgm:presLayoutVars>
      </dgm:prSet>
      <dgm:spPr/>
    </dgm:pt>
    <dgm:pt modelId="{BF0A18BB-B852-4AAA-BF43-D16319095EE6}" type="pres">
      <dgm:prSet presAssocID="{E27BA3C9-2EE3-4254-8556-D8DCC4B3A80D}" presName="spaceBetweenRectangles" presStyleCnt="0"/>
      <dgm:spPr/>
    </dgm:pt>
    <dgm:pt modelId="{47150FF2-44FE-454F-8447-2F52C4134E7A}" type="pres">
      <dgm:prSet presAssocID="{F5DF71FB-D827-4416-A4E8-1C1BE0032691}" presName="parentLin" presStyleCnt="0"/>
      <dgm:spPr/>
    </dgm:pt>
    <dgm:pt modelId="{ADFDF092-1302-43F9-B568-7A64420B6312}" type="pres">
      <dgm:prSet presAssocID="{F5DF71FB-D827-4416-A4E8-1C1BE0032691}" presName="parentLeftMargin" presStyleLbl="node1" presStyleIdx="3" presStyleCnt="6"/>
      <dgm:spPr/>
    </dgm:pt>
    <dgm:pt modelId="{D161F4EA-D8CB-4A8B-86C3-F8B55B8EF4D4}" type="pres">
      <dgm:prSet presAssocID="{F5DF71FB-D827-4416-A4E8-1C1BE003269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9BEF9BC-AB56-4162-A4EB-1CCB37FF543F}" type="pres">
      <dgm:prSet presAssocID="{F5DF71FB-D827-4416-A4E8-1C1BE0032691}" presName="negativeSpace" presStyleCnt="0"/>
      <dgm:spPr/>
    </dgm:pt>
    <dgm:pt modelId="{3651619C-540A-4846-98E7-EB379C779A79}" type="pres">
      <dgm:prSet presAssocID="{F5DF71FB-D827-4416-A4E8-1C1BE0032691}" presName="childText" presStyleLbl="conFgAcc1" presStyleIdx="4" presStyleCnt="6">
        <dgm:presLayoutVars>
          <dgm:bulletEnabled val="1"/>
        </dgm:presLayoutVars>
      </dgm:prSet>
      <dgm:spPr/>
    </dgm:pt>
    <dgm:pt modelId="{96CFF8BB-F0C3-49BD-BFDA-14CB480BDA8C}" type="pres">
      <dgm:prSet presAssocID="{CFC3CAF3-0613-4622-A1E0-49EF242B27F7}" presName="spaceBetweenRectangles" presStyleCnt="0"/>
      <dgm:spPr/>
    </dgm:pt>
    <dgm:pt modelId="{FBEDB665-DD23-427F-B024-B6D877A432C8}" type="pres">
      <dgm:prSet presAssocID="{3B9AE1B4-3D7D-4429-B29F-1C27BC4D19FD}" presName="parentLin" presStyleCnt="0"/>
      <dgm:spPr/>
    </dgm:pt>
    <dgm:pt modelId="{677533C7-0977-4C04-9BC5-80F0BB9BF8FA}" type="pres">
      <dgm:prSet presAssocID="{3B9AE1B4-3D7D-4429-B29F-1C27BC4D19FD}" presName="parentLeftMargin" presStyleLbl="node1" presStyleIdx="4" presStyleCnt="6"/>
      <dgm:spPr/>
    </dgm:pt>
    <dgm:pt modelId="{9131FB22-4FD8-4785-AC3E-887B3AC86CE8}" type="pres">
      <dgm:prSet presAssocID="{3B9AE1B4-3D7D-4429-B29F-1C27BC4D19FD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46C856B0-CEA4-4756-8A53-DB02DC81A2AD}" type="pres">
      <dgm:prSet presAssocID="{3B9AE1B4-3D7D-4429-B29F-1C27BC4D19FD}" presName="negativeSpace" presStyleCnt="0"/>
      <dgm:spPr/>
    </dgm:pt>
    <dgm:pt modelId="{C3541F18-212B-4816-9823-A4322D31B35E}" type="pres">
      <dgm:prSet presAssocID="{3B9AE1B4-3D7D-4429-B29F-1C27BC4D19FD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9A585E05-6243-4930-BB09-A1E4B75E38AA}" srcId="{2912DE60-CEBC-4AE3-B6FF-37A7870A44DF}" destId="{F5DF71FB-D827-4416-A4E8-1C1BE0032691}" srcOrd="4" destOrd="0" parTransId="{DDEF248B-F82B-4F9E-874C-F0C98F1EE187}" sibTransId="{CFC3CAF3-0613-4622-A1E0-49EF242B27F7}"/>
    <dgm:cxn modelId="{A6D08907-A344-4AF0-B81B-1B792A8F870A}" srcId="{2912DE60-CEBC-4AE3-B6FF-37A7870A44DF}" destId="{A2A81692-86F8-4C3E-B155-3F4880E8AD68}" srcOrd="3" destOrd="0" parTransId="{9841CFA5-5B31-433E-B955-55565128168A}" sibTransId="{E27BA3C9-2EE3-4254-8556-D8DCC4B3A80D}"/>
    <dgm:cxn modelId="{CCE68C09-1DC3-491E-8C96-999DFD564F83}" type="presOf" srcId="{2912DE60-CEBC-4AE3-B6FF-37A7870A44DF}" destId="{C32B0242-A19F-407C-8A61-69A7D5AAFB9E}" srcOrd="0" destOrd="0" presId="urn:microsoft.com/office/officeart/2005/8/layout/list1"/>
    <dgm:cxn modelId="{8962D609-41D0-4984-96C8-CB4A935BA341}" type="presOf" srcId="{9325D337-FF56-4CDB-AAA0-11DB4C77E472}" destId="{35AA85EC-C16E-49C2-A78D-24A2D92E7F46}" srcOrd="0" destOrd="0" presId="urn:microsoft.com/office/officeart/2005/8/layout/list1"/>
    <dgm:cxn modelId="{2C8C210A-CB99-4FF6-BD18-18129676FDD5}" type="presOf" srcId="{F5DF71FB-D827-4416-A4E8-1C1BE0032691}" destId="{ADFDF092-1302-43F9-B568-7A64420B6312}" srcOrd="0" destOrd="0" presId="urn:microsoft.com/office/officeart/2005/8/layout/list1"/>
    <dgm:cxn modelId="{F2E08E34-F751-4522-B1F2-84EBF1CDD116}" type="presOf" srcId="{FC515FF6-26F6-4641-AE27-5CE1F71C3C43}" destId="{35006B7A-83DC-473C-BEB7-2AE633005BD1}" srcOrd="0" destOrd="0" presId="urn:microsoft.com/office/officeart/2005/8/layout/list1"/>
    <dgm:cxn modelId="{117B6740-CE8C-4FC5-97AD-87E72E0B29FD}" type="presOf" srcId="{9325D337-FF56-4CDB-AAA0-11DB4C77E472}" destId="{13B6BFB5-91FD-4DA1-AEB1-64F6C9BC99C7}" srcOrd="1" destOrd="0" presId="urn:microsoft.com/office/officeart/2005/8/layout/list1"/>
    <dgm:cxn modelId="{55FADD43-F445-49E6-A576-E5D06DB353E2}" type="presOf" srcId="{FC515FF6-26F6-4641-AE27-5CE1F71C3C43}" destId="{E958BBF8-7D27-4D46-A828-4DC275069E4B}" srcOrd="1" destOrd="0" presId="urn:microsoft.com/office/officeart/2005/8/layout/list1"/>
    <dgm:cxn modelId="{1454E643-F69A-4F43-B658-36A5B106B637}" type="presOf" srcId="{A2A81692-86F8-4C3E-B155-3F4880E8AD68}" destId="{6DE561A6-C42A-429E-99BC-3F5707DC756A}" srcOrd="0" destOrd="0" presId="urn:microsoft.com/office/officeart/2005/8/layout/list1"/>
    <dgm:cxn modelId="{3F990265-223E-4AE6-BEA3-6FA9A2393D70}" type="presOf" srcId="{3B9AE1B4-3D7D-4429-B29F-1C27BC4D19FD}" destId="{9131FB22-4FD8-4785-AC3E-887B3AC86CE8}" srcOrd="1" destOrd="0" presId="urn:microsoft.com/office/officeart/2005/8/layout/list1"/>
    <dgm:cxn modelId="{6456CC4F-193E-476D-8E27-BFC9AF6EBE05}" type="presOf" srcId="{F5DF71FB-D827-4416-A4E8-1C1BE0032691}" destId="{D161F4EA-D8CB-4A8B-86C3-F8B55B8EF4D4}" srcOrd="1" destOrd="0" presId="urn:microsoft.com/office/officeart/2005/8/layout/list1"/>
    <dgm:cxn modelId="{EB71827D-8000-410D-A435-D96F8256870A}" type="presOf" srcId="{8FDB64BA-9BD9-4B02-BD40-106B46556CC9}" destId="{BAB0DD2C-B6EF-44AE-B858-3572DD451D47}" srcOrd="1" destOrd="0" presId="urn:microsoft.com/office/officeart/2005/8/layout/list1"/>
    <dgm:cxn modelId="{0D2D4B89-BD29-4C9D-AC8F-6FD6629425AD}" type="presOf" srcId="{8FDB64BA-9BD9-4B02-BD40-106B46556CC9}" destId="{B8D026AA-D254-4441-99F2-8DB68254BF5D}" srcOrd="0" destOrd="0" presId="urn:microsoft.com/office/officeart/2005/8/layout/list1"/>
    <dgm:cxn modelId="{042A41B7-4DBD-4B39-B368-F90E5250025B}" srcId="{2912DE60-CEBC-4AE3-B6FF-37A7870A44DF}" destId="{8FDB64BA-9BD9-4B02-BD40-106B46556CC9}" srcOrd="2" destOrd="0" parTransId="{9D3035FF-BDD8-4272-B0D5-5EABF557C85D}" sibTransId="{67077C9A-5E24-4287-AA69-AD82EF719190}"/>
    <dgm:cxn modelId="{D8E073C5-C7D2-48E7-B0C4-137B60D40A20}" srcId="{2912DE60-CEBC-4AE3-B6FF-37A7870A44DF}" destId="{3B9AE1B4-3D7D-4429-B29F-1C27BC4D19FD}" srcOrd="5" destOrd="0" parTransId="{4DD2B5A5-ACE3-4C68-8826-65B181EAA415}" sibTransId="{519A9902-0994-4D76-B3CB-C7059D1AAFFA}"/>
    <dgm:cxn modelId="{6E002BD0-119F-4F42-BDB4-B635BC1B25ED}" srcId="{2912DE60-CEBC-4AE3-B6FF-37A7870A44DF}" destId="{9325D337-FF56-4CDB-AAA0-11DB4C77E472}" srcOrd="1" destOrd="0" parTransId="{22281A36-7358-41A5-A754-1899736C8145}" sibTransId="{1EFE8F4B-5F63-4AF0-931C-59AA24AF4A50}"/>
    <dgm:cxn modelId="{CA1F91E3-7A93-4C30-A020-7A90AAC56D3E}" srcId="{2912DE60-CEBC-4AE3-B6FF-37A7870A44DF}" destId="{FC515FF6-26F6-4641-AE27-5CE1F71C3C43}" srcOrd="0" destOrd="0" parTransId="{D7080BEF-B18B-4802-A9D5-D5D83A6A140A}" sibTransId="{D7471190-5365-4B26-99EB-B60209DC533C}"/>
    <dgm:cxn modelId="{0C603DFB-CDF8-4C35-B342-6FECB41E9C1E}" type="presOf" srcId="{A2A81692-86F8-4C3E-B155-3F4880E8AD68}" destId="{E3A155B2-AE99-4C89-A596-9B36A967F510}" srcOrd="1" destOrd="0" presId="urn:microsoft.com/office/officeart/2005/8/layout/list1"/>
    <dgm:cxn modelId="{0CD072FF-BE90-461D-B9D8-7CDD318E95F0}" type="presOf" srcId="{3B9AE1B4-3D7D-4429-B29F-1C27BC4D19FD}" destId="{677533C7-0977-4C04-9BC5-80F0BB9BF8FA}" srcOrd="0" destOrd="0" presId="urn:microsoft.com/office/officeart/2005/8/layout/list1"/>
    <dgm:cxn modelId="{1B7E896A-6EF2-4B91-9E16-0BB06CA77E0D}" type="presParOf" srcId="{C32B0242-A19F-407C-8A61-69A7D5AAFB9E}" destId="{4FE139D7-BA19-43B2-A34F-057E05B3E7BE}" srcOrd="0" destOrd="0" presId="urn:microsoft.com/office/officeart/2005/8/layout/list1"/>
    <dgm:cxn modelId="{C792451E-7D7A-4B16-965A-89DEBEBF7177}" type="presParOf" srcId="{4FE139D7-BA19-43B2-A34F-057E05B3E7BE}" destId="{35006B7A-83DC-473C-BEB7-2AE633005BD1}" srcOrd="0" destOrd="0" presId="urn:microsoft.com/office/officeart/2005/8/layout/list1"/>
    <dgm:cxn modelId="{F4938068-0C9C-407C-9F72-7835D018F8B1}" type="presParOf" srcId="{4FE139D7-BA19-43B2-A34F-057E05B3E7BE}" destId="{E958BBF8-7D27-4D46-A828-4DC275069E4B}" srcOrd="1" destOrd="0" presId="urn:microsoft.com/office/officeart/2005/8/layout/list1"/>
    <dgm:cxn modelId="{6169350A-411D-4D27-9661-C69B1ACA0D85}" type="presParOf" srcId="{C32B0242-A19F-407C-8A61-69A7D5AAFB9E}" destId="{9A61426E-C993-4B45-9C38-6A825C062C80}" srcOrd="1" destOrd="0" presId="urn:microsoft.com/office/officeart/2005/8/layout/list1"/>
    <dgm:cxn modelId="{8656C3B9-5AD3-44F5-B3F9-DC691573B541}" type="presParOf" srcId="{C32B0242-A19F-407C-8A61-69A7D5AAFB9E}" destId="{CE6DBAF6-1420-4785-B291-51B1768C0A6C}" srcOrd="2" destOrd="0" presId="urn:microsoft.com/office/officeart/2005/8/layout/list1"/>
    <dgm:cxn modelId="{88E91DFA-C786-43B5-AF06-83DD176AD4A9}" type="presParOf" srcId="{C32B0242-A19F-407C-8A61-69A7D5AAFB9E}" destId="{66CD606B-7AA9-4E25-B0A4-70C900E7E2C5}" srcOrd="3" destOrd="0" presId="urn:microsoft.com/office/officeart/2005/8/layout/list1"/>
    <dgm:cxn modelId="{0BB46A9D-9673-4198-BDB9-33BC06885D6B}" type="presParOf" srcId="{C32B0242-A19F-407C-8A61-69A7D5AAFB9E}" destId="{E7BE1F91-C323-4781-8DE0-6C0CD10A11D8}" srcOrd="4" destOrd="0" presId="urn:microsoft.com/office/officeart/2005/8/layout/list1"/>
    <dgm:cxn modelId="{968B1E7D-0BCC-440A-9DF8-55872F742D55}" type="presParOf" srcId="{E7BE1F91-C323-4781-8DE0-6C0CD10A11D8}" destId="{35AA85EC-C16E-49C2-A78D-24A2D92E7F46}" srcOrd="0" destOrd="0" presId="urn:microsoft.com/office/officeart/2005/8/layout/list1"/>
    <dgm:cxn modelId="{F4AA39E5-9763-4E28-B089-5B2B03DA7CB6}" type="presParOf" srcId="{E7BE1F91-C323-4781-8DE0-6C0CD10A11D8}" destId="{13B6BFB5-91FD-4DA1-AEB1-64F6C9BC99C7}" srcOrd="1" destOrd="0" presId="urn:microsoft.com/office/officeart/2005/8/layout/list1"/>
    <dgm:cxn modelId="{5F740869-B1F2-4266-AFDC-17770AE4A143}" type="presParOf" srcId="{C32B0242-A19F-407C-8A61-69A7D5AAFB9E}" destId="{6FD31EF1-0FF4-4506-9FD4-0650EB825DF1}" srcOrd="5" destOrd="0" presId="urn:microsoft.com/office/officeart/2005/8/layout/list1"/>
    <dgm:cxn modelId="{39AF6BEC-2049-49B7-89FC-392C6145CC3E}" type="presParOf" srcId="{C32B0242-A19F-407C-8A61-69A7D5AAFB9E}" destId="{4EB7CB40-A11A-46AF-9A4F-7242C99EF135}" srcOrd="6" destOrd="0" presId="urn:microsoft.com/office/officeart/2005/8/layout/list1"/>
    <dgm:cxn modelId="{241F3B54-A4A4-492B-8542-55DB899E94DC}" type="presParOf" srcId="{C32B0242-A19F-407C-8A61-69A7D5AAFB9E}" destId="{E1705FFD-67F3-42BF-B0BE-A06AB1F40727}" srcOrd="7" destOrd="0" presId="urn:microsoft.com/office/officeart/2005/8/layout/list1"/>
    <dgm:cxn modelId="{52AAEAC8-D341-42D0-83E6-4AA3CFA9D06F}" type="presParOf" srcId="{C32B0242-A19F-407C-8A61-69A7D5AAFB9E}" destId="{D0037BC9-EF96-44B5-B477-CC248E225171}" srcOrd="8" destOrd="0" presId="urn:microsoft.com/office/officeart/2005/8/layout/list1"/>
    <dgm:cxn modelId="{D17DFEB9-FA51-43C2-8588-D61F14C7C89D}" type="presParOf" srcId="{D0037BC9-EF96-44B5-B477-CC248E225171}" destId="{B8D026AA-D254-4441-99F2-8DB68254BF5D}" srcOrd="0" destOrd="0" presId="urn:microsoft.com/office/officeart/2005/8/layout/list1"/>
    <dgm:cxn modelId="{2C8DF767-8DFF-4714-8C94-BFF40F021AC6}" type="presParOf" srcId="{D0037BC9-EF96-44B5-B477-CC248E225171}" destId="{BAB0DD2C-B6EF-44AE-B858-3572DD451D47}" srcOrd="1" destOrd="0" presId="urn:microsoft.com/office/officeart/2005/8/layout/list1"/>
    <dgm:cxn modelId="{B8E65948-3484-4410-837A-755541F9DC5F}" type="presParOf" srcId="{C32B0242-A19F-407C-8A61-69A7D5AAFB9E}" destId="{81E53302-9317-4396-A0E3-ECE969B52C19}" srcOrd="9" destOrd="0" presId="urn:microsoft.com/office/officeart/2005/8/layout/list1"/>
    <dgm:cxn modelId="{A1D53EDA-1869-482C-A398-8C9388CAEAF4}" type="presParOf" srcId="{C32B0242-A19F-407C-8A61-69A7D5AAFB9E}" destId="{6D59DFE3-2B7B-46D0-9210-E7119C318E6A}" srcOrd="10" destOrd="0" presId="urn:microsoft.com/office/officeart/2005/8/layout/list1"/>
    <dgm:cxn modelId="{2D080D1F-455E-440D-ACCE-B2926F63B04D}" type="presParOf" srcId="{C32B0242-A19F-407C-8A61-69A7D5AAFB9E}" destId="{8D75A9B6-EF2C-4779-876C-64E436F73587}" srcOrd="11" destOrd="0" presId="urn:microsoft.com/office/officeart/2005/8/layout/list1"/>
    <dgm:cxn modelId="{2324FFBA-EF38-43D0-B4D6-DE30FCF4EEBB}" type="presParOf" srcId="{C32B0242-A19F-407C-8A61-69A7D5AAFB9E}" destId="{F4BECA38-30B0-4C59-BCDF-4506CC95D732}" srcOrd="12" destOrd="0" presId="urn:microsoft.com/office/officeart/2005/8/layout/list1"/>
    <dgm:cxn modelId="{43A344FC-DF70-47B8-813D-4AFE9BA20FDB}" type="presParOf" srcId="{F4BECA38-30B0-4C59-BCDF-4506CC95D732}" destId="{6DE561A6-C42A-429E-99BC-3F5707DC756A}" srcOrd="0" destOrd="0" presId="urn:microsoft.com/office/officeart/2005/8/layout/list1"/>
    <dgm:cxn modelId="{4492C085-A8BC-4B2A-A4B3-D66E934451F2}" type="presParOf" srcId="{F4BECA38-30B0-4C59-BCDF-4506CC95D732}" destId="{E3A155B2-AE99-4C89-A596-9B36A967F510}" srcOrd="1" destOrd="0" presId="urn:microsoft.com/office/officeart/2005/8/layout/list1"/>
    <dgm:cxn modelId="{065DCBD3-5A05-4650-B90A-80056293B68F}" type="presParOf" srcId="{C32B0242-A19F-407C-8A61-69A7D5AAFB9E}" destId="{6C50E60F-7C17-442E-9A72-C682493A211F}" srcOrd="13" destOrd="0" presId="urn:microsoft.com/office/officeart/2005/8/layout/list1"/>
    <dgm:cxn modelId="{9BF2E475-E2DE-415E-83AC-0561EF053C18}" type="presParOf" srcId="{C32B0242-A19F-407C-8A61-69A7D5AAFB9E}" destId="{CEE6E2A2-56FA-4018-9120-3B30EF867A4E}" srcOrd="14" destOrd="0" presId="urn:microsoft.com/office/officeart/2005/8/layout/list1"/>
    <dgm:cxn modelId="{89D029BB-54D4-41E4-876A-711021C8A7A0}" type="presParOf" srcId="{C32B0242-A19F-407C-8A61-69A7D5AAFB9E}" destId="{BF0A18BB-B852-4AAA-BF43-D16319095EE6}" srcOrd="15" destOrd="0" presId="urn:microsoft.com/office/officeart/2005/8/layout/list1"/>
    <dgm:cxn modelId="{B3C34BF4-C625-4D0A-B6EF-2BAA0DD7FE71}" type="presParOf" srcId="{C32B0242-A19F-407C-8A61-69A7D5AAFB9E}" destId="{47150FF2-44FE-454F-8447-2F52C4134E7A}" srcOrd="16" destOrd="0" presId="urn:microsoft.com/office/officeart/2005/8/layout/list1"/>
    <dgm:cxn modelId="{C9E62DDE-631C-46F5-99DD-812E3D41ACB1}" type="presParOf" srcId="{47150FF2-44FE-454F-8447-2F52C4134E7A}" destId="{ADFDF092-1302-43F9-B568-7A64420B6312}" srcOrd="0" destOrd="0" presId="urn:microsoft.com/office/officeart/2005/8/layout/list1"/>
    <dgm:cxn modelId="{75E0370E-EE4A-4856-8F87-3BB5023CCD8A}" type="presParOf" srcId="{47150FF2-44FE-454F-8447-2F52C4134E7A}" destId="{D161F4EA-D8CB-4A8B-86C3-F8B55B8EF4D4}" srcOrd="1" destOrd="0" presId="urn:microsoft.com/office/officeart/2005/8/layout/list1"/>
    <dgm:cxn modelId="{4B29C729-9A13-4746-BBA8-36EAE9E1F236}" type="presParOf" srcId="{C32B0242-A19F-407C-8A61-69A7D5AAFB9E}" destId="{19BEF9BC-AB56-4162-A4EB-1CCB37FF543F}" srcOrd="17" destOrd="0" presId="urn:microsoft.com/office/officeart/2005/8/layout/list1"/>
    <dgm:cxn modelId="{64F719E3-6EF7-4366-BFF5-43C75E99460B}" type="presParOf" srcId="{C32B0242-A19F-407C-8A61-69A7D5AAFB9E}" destId="{3651619C-540A-4846-98E7-EB379C779A79}" srcOrd="18" destOrd="0" presId="urn:microsoft.com/office/officeart/2005/8/layout/list1"/>
    <dgm:cxn modelId="{12DCCD97-C8E1-4A9F-8A4D-A10DE3D33264}" type="presParOf" srcId="{C32B0242-A19F-407C-8A61-69A7D5AAFB9E}" destId="{96CFF8BB-F0C3-49BD-BFDA-14CB480BDA8C}" srcOrd="19" destOrd="0" presId="urn:microsoft.com/office/officeart/2005/8/layout/list1"/>
    <dgm:cxn modelId="{8246A2C1-DAA9-407A-A1D7-0728522A0647}" type="presParOf" srcId="{C32B0242-A19F-407C-8A61-69A7D5AAFB9E}" destId="{FBEDB665-DD23-427F-B024-B6D877A432C8}" srcOrd="20" destOrd="0" presId="urn:microsoft.com/office/officeart/2005/8/layout/list1"/>
    <dgm:cxn modelId="{9C78CF3E-0568-4CED-8A0D-7312B65EC6F0}" type="presParOf" srcId="{FBEDB665-DD23-427F-B024-B6D877A432C8}" destId="{677533C7-0977-4C04-9BC5-80F0BB9BF8FA}" srcOrd="0" destOrd="0" presId="urn:microsoft.com/office/officeart/2005/8/layout/list1"/>
    <dgm:cxn modelId="{7F5E1012-1DBD-410F-83BB-1CCE5E6A026D}" type="presParOf" srcId="{FBEDB665-DD23-427F-B024-B6D877A432C8}" destId="{9131FB22-4FD8-4785-AC3E-887B3AC86CE8}" srcOrd="1" destOrd="0" presId="urn:microsoft.com/office/officeart/2005/8/layout/list1"/>
    <dgm:cxn modelId="{A56E0F29-E290-4446-B45B-2F72F5125EFA}" type="presParOf" srcId="{C32B0242-A19F-407C-8A61-69A7D5AAFB9E}" destId="{46C856B0-CEA4-4756-8A53-DB02DC81A2AD}" srcOrd="21" destOrd="0" presId="urn:microsoft.com/office/officeart/2005/8/layout/list1"/>
    <dgm:cxn modelId="{9F6AADAC-3151-4781-91EF-1ED04C89FD8A}" type="presParOf" srcId="{C32B0242-A19F-407C-8A61-69A7D5AAFB9E}" destId="{C3541F18-212B-4816-9823-A4322D31B35E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DBAF6-1420-4785-B291-51B1768C0A6C}">
      <dsp:nvSpPr>
        <dsp:cNvPr id="0" name=""/>
        <dsp:cNvSpPr/>
      </dsp:nvSpPr>
      <dsp:spPr>
        <a:xfrm>
          <a:off x="0" y="395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58BBF8-7D27-4D46-A828-4DC275069E4B}">
      <dsp:nvSpPr>
        <dsp:cNvPr id="0" name=""/>
        <dsp:cNvSpPr/>
      </dsp:nvSpPr>
      <dsp:spPr>
        <a:xfrm>
          <a:off x="345025" y="100470"/>
          <a:ext cx="4830358" cy="5904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ERD</a:t>
          </a:r>
          <a:endParaRPr lang="en-US" sz="2000" kern="1200" dirty="0"/>
        </a:p>
      </dsp:txBody>
      <dsp:txXfrm>
        <a:off x="373846" y="129291"/>
        <a:ext cx="4772716" cy="532758"/>
      </dsp:txXfrm>
    </dsp:sp>
    <dsp:sp modelId="{4EB7CB40-A11A-46AF-9A4F-7242C99EF135}">
      <dsp:nvSpPr>
        <dsp:cNvPr id="0" name=""/>
        <dsp:cNvSpPr/>
      </dsp:nvSpPr>
      <dsp:spPr>
        <a:xfrm>
          <a:off x="0" y="13028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6BFB5-91FD-4DA1-AEB1-64F6C9BC99C7}">
      <dsp:nvSpPr>
        <dsp:cNvPr id="0" name=""/>
        <dsp:cNvSpPr/>
      </dsp:nvSpPr>
      <dsp:spPr>
        <a:xfrm>
          <a:off x="345025" y="1007670"/>
          <a:ext cx="4830358" cy="590400"/>
        </a:xfrm>
        <a:prstGeom prst="round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Relationship Diagram</a:t>
          </a:r>
          <a:endParaRPr lang="en-US" sz="2000" kern="1200" dirty="0"/>
        </a:p>
      </dsp:txBody>
      <dsp:txXfrm>
        <a:off x="373846" y="1036491"/>
        <a:ext cx="4772716" cy="532758"/>
      </dsp:txXfrm>
    </dsp:sp>
    <dsp:sp modelId="{6D59DFE3-2B7B-46D0-9210-E7119C318E6A}">
      <dsp:nvSpPr>
        <dsp:cNvPr id="0" name=""/>
        <dsp:cNvSpPr/>
      </dsp:nvSpPr>
      <dsp:spPr>
        <a:xfrm>
          <a:off x="0" y="22100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0DD2C-B6EF-44AE-B858-3572DD451D47}">
      <dsp:nvSpPr>
        <dsp:cNvPr id="0" name=""/>
        <dsp:cNvSpPr/>
      </dsp:nvSpPr>
      <dsp:spPr>
        <a:xfrm>
          <a:off x="345025" y="1914870"/>
          <a:ext cx="4830358" cy="590400"/>
        </a:xfrm>
        <a:prstGeom prst="round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CREATE TABLES</a:t>
          </a:r>
        </a:p>
      </dsp:txBody>
      <dsp:txXfrm>
        <a:off x="373846" y="1943691"/>
        <a:ext cx="4772716" cy="532758"/>
      </dsp:txXfrm>
    </dsp:sp>
    <dsp:sp modelId="{CEE6E2A2-56FA-4018-9120-3B30EF867A4E}">
      <dsp:nvSpPr>
        <dsp:cNvPr id="0" name=""/>
        <dsp:cNvSpPr/>
      </dsp:nvSpPr>
      <dsp:spPr>
        <a:xfrm>
          <a:off x="0" y="31172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A155B2-AE99-4C89-A596-9B36A967F510}">
      <dsp:nvSpPr>
        <dsp:cNvPr id="0" name=""/>
        <dsp:cNvSpPr/>
      </dsp:nvSpPr>
      <dsp:spPr>
        <a:xfrm>
          <a:off x="345025" y="2822070"/>
          <a:ext cx="4830358" cy="590400"/>
        </a:xfrm>
        <a:prstGeom prst="round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FORMS</a:t>
          </a:r>
        </a:p>
      </dsp:txBody>
      <dsp:txXfrm>
        <a:off x="373846" y="2850891"/>
        <a:ext cx="4772716" cy="532758"/>
      </dsp:txXfrm>
    </dsp:sp>
    <dsp:sp modelId="{3651619C-540A-4846-98E7-EB379C779A79}">
      <dsp:nvSpPr>
        <dsp:cNvPr id="0" name=""/>
        <dsp:cNvSpPr/>
      </dsp:nvSpPr>
      <dsp:spPr>
        <a:xfrm>
          <a:off x="0" y="40244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1F4EA-D8CB-4A8B-86C3-F8B55B8EF4D4}">
      <dsp:nvSpPr>
        <dsp:cNvPr id="0" name=""/>
        <dsp:cNvSpPr/>
      </dsp:nvSpPr>
      <dsp:spPr>
        <a:xfrm>
          <a:off x="345025" y="3729270"/>
          <a:ext cx="4830358" cy="590400"/>
        </a:xfrm>
        <a:prstGeom prst="round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CREATE QUERIES</a:t>
          </a:r>
        </a:p>
      </dsp:txBody>
      <dsp:txXfrm>
        <a:off x="373846" y="3758091"/>
        <a:ext cx="4772716" cy="532758"/>
      </dsp:txXfrm>
    </dsp:sp>
    <dsp:sp modelId="{C3541F18-212B-4816-9823-A4322D31B35E}">
      <dsp:nvSpPr>
        <dsp:cNvPr id="0" name=""/>
        <dsp:cNvSpPr/>
      </dsp:nvSpPr>
      <dsp:spPr>
        <a:xfrm>
          <a:off x="0" y="4931670"/>
          <a:ext cx="6900512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1FB22-4FD8-4785-AC3E-887B3AC86CE8}">
      <dsp:nvSpPr>
        <dsp:cNvPr id="0" name=""/>
        <dsp:cNvSpPr/>
      </dsp:nvSpPr>
      <dsp:spPr>
        <a:xfrm>
          <a:off x="345025" y="4636470"/>
          <a:ext cx="4830358" cy="59040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rPr>
            <a:t>CREATE REPORTS</a:t>
          </a:r>
          <a:endParaRPr lang="en-US" sz="2000" kern="1200" dirty="0"/>
        </a:p>
      </dsp:txBody>
      <dsp:txXfrm>
        <a:off x="373846" y="4665291"/>
        <a:ext cx="4772716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AD7-85A0-534F-AC97-FE49F285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9E928-67E8-6939-7475-B62C0528C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C6618-5F6F-3953-F644-E350C5B5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070A8-AB99-D2FD-5E5E-C378559F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4A5B3-C881-3898-E1F7-FD21F2632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68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9215-1A97-09A4-7598-6A9A2C6F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515BB-6395-6385-276F-0A97B8CA7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F541-0AE1-58AC-AA04-3E9FA577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B1606-1713-B551-3C5C-902E5E368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09CF9-501E-B8DE-6C58-44EEF034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1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8B4D-F78E-AC72-2FCD-DB930F0E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5635A-3497-B35C-CE09-63CFA4CB9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1E3E-6588-A69C-77F4-D15BAA4B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2D8B-271C-FCC4-9C59-84A864B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511EB-B55E-82B3-07E4-15A1472A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072B-241E-8D6A-C292-3CD9A1A4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BE3E8-6D6D-6233-A4D2-EB9B38CC6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0F122-2017-256F-2FE4-2532A355E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A6038-16EF-4475-6872-3A7F7B5E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71EFE-9B18-D27A-B162-EA9C89A0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56FBC-92C8-DCF1-AF45-6D827ECC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A333-6845-8F68-211E-E7C696107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C89D9-E4F4-1C69-EA2E-B143F2A33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E723-9AD0-D9E6-08F3-5742FB038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350622-06B6-2483-17E4-BC71D60EE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1815F-2C5B-DAF8-7A2B-E52653389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CFB3B-4413-440E-D801-618594F8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AC883-658E-564E-F72D-9484DB71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A24E22-0BB4-358C-1D66-0C9CD959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1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E1F-BBE8-0AB9-2739-F525FF3A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F36E7-D9B8-BD26-9FE8-9A124BB9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C7CAB-FBF6-4D69-6250-8FBDB553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5A7D4E-C5AE-4AB2-C453-620BA4FE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830A8-00BB-A14F-7714-408B26141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F31686-1DD4-CEF9-FF5F-A5F54BAD2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1F4-5D70-97D6-F0EC-BF10CBE9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4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A7B4-4D84-7C70-7FB5-84E19DAF5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57D6-C844-A446-9267-1C12EF0C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56FB8-4FAF-D777-812D-151D75AA7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E847F-3738-FBD3-8EBE-A1335DEB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00D66-9DD6-6411-B567-92426939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D385B-86A7-AFBD-0F13-55CEFE2D6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54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6DB4-8072-5CDD-9F6E-E2E2CD52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1C95D3-5BC8-3871-D0F4-DF8BA9A5D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21A06-D286-06BD-0CC5-F58A981AF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3F53E-D974-76A2-BBC0-4DBA7CF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53107-2E0E-3D83-6DAD-44512C5F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D3551-F4D7-0F76-BBC4-BFFED528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21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784D9-9A5C-99B7-4851-73FEEB9BF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3993F3-E72C-52B8-1608-83F3E5498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8A7B6-BB7C-4CAB-CF27-C6CAC239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C44F-8DB4-E465-1F55-D6D4AAE7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F80E8-2634-3D3D-D2D8-B3350F51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7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C5554-140C-DC40-376F-5F2FE7F33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0610DC-2410-476D-7247-311FB8528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2E1B6-68F0-663E-13C6-8C0E408A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AFF7C-C994-E171-B2D3-2F134B16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7EF1-3149-EF53-F128-BAB080B1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51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5000" r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BBACC-2536-7A98-4FF5-320BDD03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1E827-7610-86EB-49B7-D5D19980A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E11A8-D3D4-727F-E1CC-6435E9570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BF05-D6B8-4189-BA9A-CBE47044D990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553D8-16C3-D3C8-8EC7-A95FFC141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A89E0-623A-667A-1C13-79F3BB11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E688A-1DFC-46B0-96A3-007AA3992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1" y="924389"/>
            <a:ext cx="2572870" cy="82779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594473" y="117703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0" y="2517699"/>
            <a:ext cx="12192000" cy="764184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4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 Final Project Exam</a:t>
            </a:r>
            <a:endParaRPr lang="en-US" sz="6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325B717-980E-E25B-0575-C6425438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graphicFrame>
        <p:nvGraphicFramePr>
          <p:cNvPr id="27" name="Content Placeholder 6">
            <a:extLst>
              <a:ext uri="{FF2B5EF4-FFF2-40B4-BE49-F238E27FC236}">
                <a16:creationId xmlns:a16="http://schemas.microsoft.com/office/drawing/2014/main" id="{E9493381-AA57-E689-E34D-8B42F26D1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8955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70870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BFB1-0739-F5F6-4316-1946634FE86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9FF5-B5F5-67A1-6B3E-EA0BDE8F2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A Company want to create a Database to collect information about 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800" dirty="0"/>
              <a:t>Employees (ID, Name, Salary, Department)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800" dirty="0"/>
              <a:t>Departments (ID, Name, Location)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800" dirty="0"/>
              <a:t>Projects (ID, Name , Location)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An Employee works in a department.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An Employee can work in many projects. 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Projects have many employees.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We need to know the hours each employee worked in each project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80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48076-1D13-E3F0-1546-CB5C4D8082C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18A76-7D03-0B4D-D3DF-94B1C2C74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The company has 5 Employees in two Departments (IT, HR).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Their data are as following: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Company has 3 projects:</a:t>
            </a:r>
          </a:p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Project1 in Nasr City.</a:t>
            </a:r>
          </a:p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Project2 in Helwan.</a:t>
            </a:r>
          </a:p>
          <a:p>
            <a:pPr marL="6858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Project3 in New Cairo.</a:t>
            </a:r>
          </a:p>
          <a:p>
            <a:endParaRPr lang="en-US" dirty="0"/>
          </a:p>
        </p:txBody>
      </p:sp>
      <p:pic>
        <p:nvPicPr>
          <p:cNvPr id="6" name="Picture 5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63F694CF-8D20-93B3-B455-CF8EAEC83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725" y="3145901"/>
            <a:ext cx="3983621" cy="202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96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2B28-B707-FF6F-B182-194A575B499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>
                <a:solidFill>
                  <a:srgbClr val="7030A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Project</a:t>
            </a:r>
            <a:endParaRPr lang="en-US" sz="3600" b="1" dirty="0">
              <a:solidFill>
                <a:srgbClr val="7030A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F0C2-5DA6-BE8B-B83C-8C94EEB23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Ahmed Hasan worked 30 hours in Project1 and 45 hours in Project2.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Hasan Fathy worked 20 hours in project3.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 err="1"/>
              <a:t>Fattoh</a:t>
            </a:r>
            <a:r>
              <a:rPr lang="en-US" dirty="0"/>
              <a:t> </a:t>
            </a:r>
            <a:r>
              <a:rPr lang="en-US" dirty="0" err="1"/>
              <a:t>Nashaty</a:t>
            </a:r>
            <a:r>
              <a:rPr lang="en-US" dirty="0"/>
              <a:t> worked 15 hours in Project1 and 20 hours in Project3.</a:t>
            </a: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n-US" dirty="0"/>
              <a:t>Gamal Omar worked 40 hours in project3.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3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0F08-C0FC-DFF0-934E-C00F38AE8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004"/>
            <a:ext cx="10515600" cy="62580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8733-95EE-84C1-3DAE-45F1175AC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ERD for the Conceptual design.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Logical Design (Table Relationship)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Tables and their relationship in MS Access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a form for data entry for:</a:t>
            </a:r>
          </a:p>
          <a:p>
            <a:pPr marL="12573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Department Form</a:t>
            </a:r>
          </a:p>
          <a:p>
            <a:pPr marL="12573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 Form</a:t>
            </a:r>
          </a:p>
          <a:p>
            <a:pPr marL="12573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Project Form</a:t>
            </a:r>
          </a:p>
          <a:p>
            <a:pPr marL="1257300" lvl="1" indent="-342900">
              <a:lnSpc>
                <a:spcPct val="107000"/>
              </a:lnSpc>
              <a:spcAft>
                <a:spcPts val="800"/>
              </a:spcAft>
              <a:buFont typeface="+mj-lt"/>
              <a:buAutoNum type="alphaUcPeriod"/>
            </a:pP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Employee Project Form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034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242B9-3663-B1AC-712C-B0720D9E3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004"/>
            <a:ext cx="10515600" cy="625804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sz="3600" b="1" dirty="0">
                <a:solidFill>
                  <a:srgbClr val="7030A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A62B-024B-E061-BE08-523DC8991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US" dirty="0"/>
              <a:t>Create Query to show Employees with salary &gt; 2000 $.</a:t>
            </a:r>
          </a:p>
          <a:p>
            <a:pPr lvl="2"/>
            <a:r>
              <a:rPr lang="en-US" dirty="0"/>
              <a:t>Create Query in Wizard</a:t>
            </a:r>
          </a:p>
          <a:p>
            <a:pPr lvl="2"/>
            <a:r>
              <a:rPr lang="en-US" dirty="0"/>
              <a:t>Add the Criteria to the created query.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Create a report with title: Employees with Salaries Greater Than 2000 $</a:t>
            </a:r>
          </a:p>
          <a:p>
            <a:pPr lvl="2"/>
            <a:r>
              <a:rPr lang="en-US" dirty="0"/>
              <a:t>Use Wizard to create the Report Based in your query.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90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3E93D7-56D8-EAFA-C382-28E1E840B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9744262"/>
              </p:ext>
            </p:extLst>
          </p:nvPr>
        </p:nvGraphicFramePr>
        <p:xfrm>
          <a:off x="2299602" y="1923302"/>
          <a:ext cx="7592796" cy="3011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4456">
                  <a:extLst>
                    <a:ext uri="{9D8B030D-6E8A-4147-A177-3AD203B41FA5}">
                      <a16:colId xmlns:a16="http://schemas.microsoft.com/office/drawing/2014/main" val="3299389779"/>
                    </a:ext>
                  </a:extLst>
                </a:gridCol>
                <a:gridCol w="3616916">
                  <a:extLst>
                    <a:ext uri="{9D8B030D-6E8A-4147-A177-3AD203B41FA5}">
                      <a16:colId xmlns:a16="http://schemas.microsoft.com/office/drawing/2014/main" val="1783945028"/>
                    </a:ext>
                  </a:extLst>
                </a:gridCol>
                <a:gridCol w="1582785">
                  <a:extLst>
                    <a:ext uri="{9D8B030D-6E8A-4147-A177-3AD203B41FA5}">
                      <a16:colId xmlns:a16="http://schemas.microsoft.com/office/drawing/2014/main" val="1634978661"/>
                    </a:ext>
                  </a:extLst>
                </a:gridCol>
                <a:gridCol w="1898639">
                  <a:extLst>
                    <a:ext uri="{9D8B030D-6E8A-4147-A177-3AD203B41FA5}">
                      <a16:colId xmlns:a16="http://schemas.microsoft.com/office/drawing/2014/main" val="276674679"/>
                    </a:ext>
                  </a:extLst>
                </a:gridCol>
              </a:tblGrid>
              <a:tr h="843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Requirements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Final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Grade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0971575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ERD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8830543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Logical Design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5366408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Design Tables in MS Access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20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1630642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Relationship in MS Access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53774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4 Forms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20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6795511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query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1416101"/>
                  </a:ext>
                </a:extLst>
              </a:tr>
              <a:tr h="3036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Create Report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69706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8CFDC07-42BE-CD02-C43C-E973C4B69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881" y="595967"/>
            <a:ext cx="4800554" cy="625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Evaluation</a:t>
            </a:r>
          </a:p>
        </p:txBody>
      </p:sp>
    </p:spTree>
    <p:extLst>
      <p:ext uri="{BB962C8B-B14F-4D97-AF65-F5344CB8AC3E}">
        <p14:creationId xmlns:p14="http://schemas.microsoft.com/office/powerpoint/2010/main" val="585198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stions and Concerns Business Layout | Template Presentation | Sample of  PPT Presentation | Presentation Background Images">
            <a:extLst>
              <a:ext uri="{FF2B5EF4-FFF2-40B4-BE49-F238E27FC236}">
                <a16:creationId xmlns:a16="http://schemas.microsoft.com/office/drawing/2014/main" id="{4F5B5832-12FB-05F6-6EF8-470F30C6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312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329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Office Theme</vt:lpstr>
      <vt:lpstr>PowerPoint Presentation</vt:lpstr>
      <vt:lpstr>Contents</vt:lpstr>
      <vt:lpstr>Project</vt:lpstr>
      <vt:lpstr>Project</vt:lpstr>
      <vt:lpstr>Project</vt:lpstr>
      <vt:lpstr>Requirements </vt:lpstr>
      <vt:lpstr>Requirements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17</cp:revision>
  <dcterms:created xsi:type="dcterms:W3CDTF">2023-05-29T08:49:13Z</dcterms:created>
  <dcterms:modified xsi:type="dcterms:W3CDTF">2023-06-05T06:58:56Z</dcterms:modified>
</cp:coreProperties>
</file>