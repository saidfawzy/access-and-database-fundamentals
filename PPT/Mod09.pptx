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2" r:id="rId2"/>
    <p:sldId id="383" r:id="rId3"/>
    <p:sldId id="384" r:id="rId4"/>
    <p:sldId id="385" r:id="rId5"/>
    <p:sldId id="386" r:id="rId6"/>
    <p:sldId id="387" r:id="rId7"/>
    <p:sldId id="42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22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12DE60-CEBC-4AE3-B6FF-37A7870A44D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C515FF6-26F6-4641-AE27-5CE1F71C3C43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Creating a Form Using Wizard</a:t>
          </a:r>
          <a:endParaRPr lang="en-US" dirty="0"/>
        </a:p>
      </dgm:t>
    </dgm:pt>
    <dgm:pt modelId="{D7080BEF-B18B-4802-A9D5-D5D83A6A140A}" type="parTrans" cxnId="{CA1F91E3-7A93-4C30-A020-7A90AAC56D3E}">
      <dgm:prSet/>
      <dgm:spPr/>
      <dgm:t>
        <a:bodyPr/>
        <a:lstStyle/>
        <a:p>
          <a:endParaRPr lang="en-US"/>
        </a:p>
      </dgm:t>
    </dgm:pt>
    <dgm:pt modelId="{D7471190-5365-4B26-99EB-B60209DC533C}" type="sibTrans" cxnId="{CA1F91E3-7A93-4C30-A020-7A90AAC56D3E}">
      <dgm:prSet/>
      <dgm:spPr/>
      <dgm:t>
        <a:bodyPr/>
        <a:lstStyle/>
        <a:p>
          <a:endParaRPr lang="en-US"/>
        </a:p>
      </dgm:t>
    </dgm:pt>
    <dgm:pt modelId="{9325D337-FF56-4CDB-AAA0-11DB4C77E472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Using Design View</a:t>
          </a:r>
          <a:endParaRPr lang="en-US" dirty="0"/>
        </a:p>
      </dgm:t>
    </dgm:pt>
    <dgm:pt modelId="{22281A36-7358-41A5-A754-1899736C8145}" type="parTrans" cxnId="{6E002BD0-119F-4F42-BDB4-B635BC1B25ED}">
      <dgm:prSet/>
      <dgm:spPr/>
      <dgm:t>
        <a:bodyPr/>
        <a:lstStyle/>
        <a:p>
          <a:endParaRPr lang="en-US"/>
        </a:p>
      </dgm:t>
    </dgm:pt>
    <dgm:pt modelId="{1EFE8F4B-5F63-4AF0-931C-59AA24AF4A50}" type="sibTrans" cxnId="{6E002BD0-119F-4F42-BDB4-B635BC1B25ED}">
      <dgm:prSet/>
      <dgm:spPr/>
      <dgm:t>
        <a:bodyPr/>
        <a:lstStyle/>
        <a:p>
          <a:endParaRPr lang="en-US"/>
        </a:p>
      </dgm:t>
    </dgm:pt>
    <dgm:pt modelId="{A2A81692-86F8-4C3E-B155-3F4880E8AD68}">
      <dgm:prSet/>
      <dgm:spPr/>
      <dgm:t>
        <a:bodyPr/>
        <a:lstStyle/>
        <a:p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from a table</a:t>
          </a:r>
          <a:endParaRPr lang="en-US" dirty="0"/>
        </a:p>
      </dgm:t>
    </dgm:pt>
    <dgm:pt modelId="{9841CFA5-5B31-433E-B955-55565128168A}" type="parTrans" cxnId="{A6D08907-A344-4AF0-B81B-1B792A8F870A}">
      <dgm:prSet/>
      <dgm:spPr/>
      <dgm:t>
        <a:bodyPr/>
        <a:lstStyle/>
        <a:p>
          <a:endParaRPr lang="en-US"/>
        </a:p>
      </dgm:t>
    </dgm:pt>
    <dgm:pt modelId="{E27BA3C9-2EE3-4254-8556-D8DCC4B3A80D}" type="sibTrans" cxnId="{A6D08907-A344-4AF0-B81B-1B792A8F870A}">
      <dgm:prSet/>
      <dgm:spPr/>
      <dgm:t>
        <a:bodyPr/>
        <a:lstStyle/>
        <a:p>
          <a:endParaRPr lang="en-US"/>
        </a:p>
      </dgm:t>
    </dgm:pt>
    <dgm:pt modelId="{3B9AE1B4-3D7D-4429-B29F-1C27BC4D19FD}">
      <dgm:prSet/>
      <dgm:spPr/>
      <dgm:t>
        <a:bodyPr/>
        <a:lstStyle/>
        <a:p>
          <a:r>
            <a:rPr lang="en-US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Add Record to a Form</a:t>
          </a:r>
          <a:endParaRPr lang="en-US"/>
        </a:p>
      </dgm:t>
    </dgm:pt>
    <dgm:pt modelId="{4DD2B5A5-ACE3-4C68-8826-65B181EAA415}" type="parTrans" cxnId="{D8E073C5-C7D2-48E7-B0C4-137B60D40A20}">
      <dgm:prSet/>
      <dgm:spPr/>
      <dgm:t>
        <a:bodyPr/>
        <a:lstStyle/>
        <a:p>
          <a:endParaRPr lang="en-US"/>
        </a:p>
      </dgm:t>
    </dgm:pt>
    <dgm:pt modelId="{519A9902-0994-4D76-B3CB-C7059D1AAFFA}" type="sibTrans" cxnId="{D8E073C5-C7D2-48E7-B0C4-137B60D40A20}">
      <dgm:prSet/>
      <dgm:spPr/>
      <dgm:t>
        <a:bodyPr/>
        <a:lstStyle/>
        <a:p>
          <a:endParaRPr lang="en-US"/>
        </a:p>
      </dgm:t>
    </dgm:pt>
    <dgm:pt modelId="{C32B0242-A19F-407C-8A61-69A7D5AAFB9E}" type="pres">
      <dgm:prSet presAssocID="{2912DE60-CEBC-4AE3-B6FF-37A7870A44DF}" presName="linear" presStyleCnt="0">
        <dgm:presLayoutVars>
          <dgm:dir/>
          <dgm:animLvl val="lvl"/>
          <dgm:resizeHandles val="exact"/>
        </dgm:presLayoutVars>
      </dgm:prSet>
      <dgm:spPr/>
    </dgm:pt>
    <dgm:pt modelId="{4FE139D7-BA19-43B2-A34F-057E05B3E7BE}" type="pres">
      <dgm:prSet presAssocID="{FC515FF6-26F6-4641-AE27-5CE1F71C3C43}" presName="parentLin" presStyleCnt="0"/>
      <dgm:spPr/>
    </dgm:pt>
    <dgm:pt modelId="{35006B7A-83DC-473C-BEB7-2AE633005BD1}" type="pres">
      <dgm:prSet presAssocID="{FC515FF6-26F6-4641-AE27-5CE1F71C3C43}" presName="parentLeftMargin" presStyleLbl="node1" presStyleIdx="0" presStyleCnt="4"/>
      <dgm:spPr/>
    </dgm:pt>
    <dgm:pt modelId="{E958BBF8-7D27-4D46-A828-4DC275069E4B}" type="pres">
      <dgm:prSet presAssocID="{FC515FF6-26F6-4641-AE27-5CE1F71C3C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61426E-C993-4B45-9C38-6A825C062C80}" type="pres">
      <dgm:prSet presAssocID="{FC515FF6-26F6-4641-AE27-5CE1F71C3C43}" presName="negativeSpace" presStyleCnt="0"/>
      <dgm:spPr/>
    </dgm:pt>
    <dgm:pt modelId="{CE6DBAF6-1420-4785-B291-51B1768C0A6C}" type="pres">
      <dgm:prSet presAssocID="{FC515FF6-26F6-4641-AE27-5CE1F71C3C43}" presName="childText" presStyleLbl="conFgAcc1" presStyleIdx="0" presStyleCnt="4">
        <dgm:presLayoutVars>
          <dgm:bulletEnabled val="1"/>
        </dgm:presLayoutVars>
      </dgm:prSet>
      <dgm:spPr/>
    </dgm:pt>
    <dgm:pt modelId="{66CD606B-7AA9-4E25-B0A4-70C900E7E2C5}" type="pres">
      <dgm:prSet presAssocID="{D7471190-5365-4B26-99EB-B60209DC533C}" presName="spaceBetweenRectangles" presStyleCnt="0"/>
      <dgm:spPr/>
    </dgm:pt>
    <dgm:pt modelId="{E7BE1F91-C323-4781-8DE0-6C0CD10A11D8}" type="pres">
      <dgm:prSet presAssocID="{9325D337-FF56-4CDB-AAA0-11DB4C77E472}" presName="parentLin" presStyleCnt="0"/>
      <dgm:spPr/>
    </dgm:pt>
    <dgm:pt modelId="{35AA85EC-C16E-49C2-A78D-24A2D92E7F46}" type="pres">
      <dgm:prSet presAssocID="{9325D337-FF56-4CDB-AAA0-11DB4C77E472}" presName="parentLeftMargin" presStyleLbl="node1" presStyleIdx="0" presStyleCnt="4"/>
      <dgm:spPr/>
    </dgm:pt>
    <dgm:pt modelId="{13B6BFB5-91FD-4DA1-AEB1-64F6C9BC99C7}" type="pres">
      <dgm:prSet presAssocID="{9325D337-FF56-4CDB-AAA0-11DB4C77E4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D31EF1-0FF4-4506-9FD4-0650EB825DF1}" type="pres">
      <dgm:prSet presAssocID="{9325D337-FF56-4CDB-AAA0-11DB4C77E472}" presName="negativeSpace" presStyleCnt="0"/>
      <dgm:spPr/>
    </dgm:pt>
    <dgm:pt modelId="{4EB7CB40-A11A-46AF-9A4F-7242C99EF135}" type="pres">
      <dgm:prSet presAssocID="{9325D337-FF56-4CDB-AAA0-11DB4C77E472}" presName="childText" presStyleLbl="conFgAcc1" presStyleIdx="1" presStyleCnt="4">
        <dgm:presLayoutVars>
          <dgm:bulletEnabled val="1"/>
        </dgm:presLayoutVars>
      </dgm:prSet>
      <dgm:spPr/>
    </dgm:pt>
    <dgm:pt modelId="{E1705FFD-67F3-42BF-B0BE-A06AB1F40727}" type="pres">
      <dgm:prSet presAssocID="{1EFE8F4B-5F63-4AF0-931C-59AA24AF4A50}" presName="spaceBetweenRectangles" presStyleCnt="0"/>
      <dgm:spPr/>
    </dgm:pt>
    <dgm:pt modelId="{F4BECA38-30B0-4C59-BCDF-4506CC95D732}" type="pres">
      <dgm:prSet presAssocID="{A2A81692-86F8-4C3E-B155-3F4880E8AD68}" presName="parentLin" presStyleCnt="0"/>
      <dgm:spPr/>
    </dgm:pt>
    <dgm:pt modelId="{6DE561A6-C42A-429E-99BC-3F5707DC756A}" type="pres">
      <dgm:prSet presAssocID="{A2A81692-86F8-4C3E-B155-3F4880E8AD68}" presName="parentLeftMargin" presStyleLbl="node1" presStyleIdx="1" presStyleCnt="4"/>
      <dgm:spPr/>
    </dgm:pt>
    <dgm:pt modelId="{E3A155B2-AE99-4C89-A596-9B36A967F510}" type="pres">
      <dgm:prSet presAssocID="{A2A81692-86F8-4C3E-B155-3F4880E8AD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C50E60F-7C17-442E-9A72-C682493A211F}" type="pres">
      <dgm:prSet presAssocID="{A2A81692-86F8-4C3E-B155-3F4880E8AD68}" presName="negativeSpace" presStyleCnt="0"/>
      <dgm:spPr/>
    </dgm:pt>
    <dgm:pt modelId="{CEE6E2A2-56FA-4018-9120-3B30EF867A4E}" type="pres">
      <dgm:prSet presAssocID="{A2A81692-86F8-4C3E-B155-3F4880E8AD68}" presName="childText" presStyleLbl="conFgAcc1" presStyleIdx="2" presStyleCnt="4">
        <dgm:presLayoutVars>
          <dgm:bulletEnabled val="1"/>
        </dgm:presLayoutVars>
      </dgm:prSet>
      <dgm:spPr/>
    </dgm:pt>
    <dgm:pt modelId="{BF0A18BB-B852-4AAA-BF43-D16319095EE6}" type="pres">
      <dgm:prSet presAssocID="{E27BA3C9-2EE3-4254-8556-D8DCC4B3A80D}" presName="spaceBetweenRectangles" presStyleCnt="0"/>
      <dgm:spPr/>
    </dgm:pt>
    <dgm:pt modelId="{FBEDB665-DD23-427F-B024-B6D877A432C8}" type="pres">
      <dgm:prSet presAssocID="{3B9AE1B4-3D7D-4429-B29F-1C27BC4D19FD}" presName="parentLin" presStyleCnt="0"/>
      <dgm:spPr/>
    </dgm:pt>
    <dgm:pt modelId="{677533C7-0977-4C04-9BC5-80F0BB9BF8FA}" type="pres">
      <dgm:prSet presAssocID="{3B9AE1B4-3D7D-4429-B29F-1C27BC4D19FD}" presName="parentLeftMargin" presStyleLbl="node1" presStyleIdx="2" presStyleCnt="4"/>
      <dgm:spPr/>
    </dgm:pt>
    <dgm:pt modelId="{9131FB22-4FD8-4785-AC3E-887B3AC86CE8}" type="pres">
      <dgm:prSet presAssocID="{3B9AE1B4-3D7D-4429-B29F-1C27BC4D19F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6C856B0-CEA4-4756-8A53-DB02DC81A2AD}" type="pres">
      <dgm:prSet presAssocID="{3B9AE1B4-3D7D-4429-B29F-1C27BC4D19FD}" presName="negativeSpace" presStyleCnt="0"/>
      <dgm:spPr/>
    </dgm:pt>
    <dgm:pt modelId="{C3541F18-212B-4816-9823-A4322D31B35E}" type="pres">
      <dgm:prSet presAssocID="{3B9AE1B4-3D7D-4429-B29F-1C27BC4D19F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6D08907-A344-4AF0-B81B-1B792A8F870A}" srcId="{2912DE60-CEBC-4AE3-B6FF-37A7870A44DF}" destId="{A2A81692-86F8-4C3E-B155-3F4880E8AD68}" srcOrd="2" destOrd="0" parTransId="{9841CFA5-5B31-433E-B955-55565128168A}" sibTransId="{E27BA3C9-2EE3-4254-8556-D8DCC4B3A80D}"/>
    <dgm:cxn modelId="{CCE68C09-1DC3-491E-8C96-999DFD564F83}" type="presOf" srcId="{2912DE60-CEBC-4AE3-B6FF-37A7870A44DF}" destId="{C32B0242-A19F-407C-8A61-69A7D5AAFB9E}" srcOrd="0" destOrd="0" presId="urn:microsoft.com/office/officeart/2005/8/layout/list1"/>
    <dgm:cxn modelId="{8962D609-41D0-4984-96C8-CB4A935BA341}" type="presOf" srcId="{9325D337-FF56-4CDB-AAA0-11DB4C77E472}" destId="{35AA85EC-C16E-49C2-A78D-24A2D92E7F46}" srcOrd="0" destOrd="0" presId="urn:microsoft.com/office/officeart/2005/8/layout/list1"/>
    <dgm:cxn modelId="{F2E08E34-F751-4522-B1F2-84EBF1CDD116}" type="presOf" srcId="{FC515FF6-26F6-4641-AE27-5CE1F71C3C43}" destId="{35006B7A-83DC-473C-BEB7-2AE633005BD1}" srcOrd="0" destOrd="0" presId="urn:microsoft.com/office/officeart/2005/8/layout/list1"/>
    <dgm:cxn modelId="{117B6740-CE8C-4FC5-97AD-87E72E0B29FD}" type="presOf" srcId="{9325D337-FF56-4CDB-AAA0-11DB4C77E472}" destId="{13B6BFB5-91FD-4DA1-AEB1-64F6C9BC99C7}" srcOrd="1" destOrd="0" presId="urn:microsoft.com/office/officeart/2005/8/layout/list1"/>
    <dgm:cxn modelId="{55FADD43-F445-49E6-A576-E5D06DB353E2}" type="presOf" srcId="{FC515FF6-26F6-4641-AE27-5CE1F71C3C43}" destId="{E958BBF8-7D27-4D46-A828-4DC275069E4B}" srcOrd="1" destOrd="0" presId="urn:microsoft.com/office/officeart/2005/8/layout/list1"/>
    <dgm:cxn modelId="{1454E643-F69A-4F43-B658-36A5B106B637}" type="presOf" srcId="{A2A81692-86F8-4C3E-B155-3F4880E8AD68}" destId="{6DE561A6-C42A-429E-99BC-3F5707DC756A}" srcOrd="0" destOrd="0" presId="urn:microsoft.com/office/officeart/2005/8/layout/list1"/>
    <dgm:cxn modelId="{3F990265-223E-4AE6-BEA3-6FA9A2393D70}" type="presOf" srcId="{3B9AE1B4-3D7D-4429-B29F-1C27BC4D19FD}" destId="{9131FB22-4FD8-4785-AC3E-887B3AC86CE8}" srcOrd="1" destOrd="0" presId="urn:microsoft.com/office/officeart/2005/8/layout/list1"/>
    <dgm:cxn modelId="{D8E073C5-C7D2-48E7-B0C4-137B60D40A20}" srcId="{2912DE60-CEBC-4AE3-B6FF-37A7870A44DF}" destId="{3B9AE1B4-3D7D-4429-B29F-1C27BC4D19FD}" srcOrd="3" destOrd="0" parTransId="{4DD2B5A5-ACE3-4C68-8826-65B181EAA415}" sibTransId="{519A9902-0994-4D76-B3CB-C7059D1AAFFA}"/>
    <dgm:cxn modelId="{6E002BD0-119F-4F42-BDB4-B635BC1B25ED}" srcId="{2912DE60-CEBC-4AE3-B6FF-37A7870A44DF}" destId="{9325D337-FF56-4CDB-AAA0-11DB4C77E472}" srcOrd="1" destOrd="0" parTransId="{22281A36-7358-41A5-A754-1899736C8145}" sibTransId="{1EFE8F4B-5F63-4AF0-931C-59AA24AF4A50}"/>
    <dgm:cxn modelId="{CA1F91E3-7A93-4C30-A020-7A90AAC56D3E}" srcId="{2912DE60-CEBC-4AE3-B6FF-37A7870A44DF}" destId="{FC515FF6-26F6-4641-AE27-5CE1F71C3C43}" srcOrd="0" destOrd="0" parTransId="{D7080BEF-B18B-4802-A9D5-D5D83A6A140A}" sibTransId="{D7471190-5365-4B26-99EB-B60209DC533C}"/>
    <dgm:cxn modelId="{0C603DFB-CDF8-4C35-B342-6FECB41E9C1E}" type="presOf" srcId="{A2A81692-86F8-4C3E-B155-3F4880E8AD68}" destId="{E3A155B2-AE99-4C89-A596-9B36A967F510}" srcOrd="1" destOrd="0" presId="urn:microsoft.com/office/officeart/2005/8/layout/list1"/>
    <dgm:cxn modelId="{0CD072FF-BE90-461D-B9D8-7CDD318E95F0}" type="presOf" srcId="{3B9AE1B4-3D7D-4429-B29F-1C27BC4D19FD}" destId="{677533C7-0977-4C04-9BC5-80F0BB9BF8FA}" srcOrd="0" destOrd="0" presId="urn:microsoft.com/office/officeart/2005/8/layout/list1"/>
    <dgm:cxn modelId="{1B7E896A-6EF2-4B91-9E16-0BB06CA77E0D}" type="presParOf" srcId="{C32B0242-A19F-407C-8A61-69A7D5AAFB9E}" destId="{4FE139D7-BA19-43B2-A34F-057E05B3E7BE}" srcOrd="0" destOrd="0" presId="urn:microsoft.com/office/officeart/2005/8/layout/list1"/>
    <dgm:cxn modelId="{C792451E-7D7A-4B16-965A-89DEBEBF7177}" type="presParOf" srcId="{4FE139D7-BA19-43B2-A34F-057E05B3E7BE}" destId="{35006B7A-83DC-473C-BEB7-2AE633005BD1}" srcOrd="0" destOrd="0" presId="urn:microsoft.com/office/officeart/2005/8/layout/list1"/>
    <dgm:cxn modelId="{F4938068-0C9C-407C-9F72-7835D018F8B1}" type="presParOf" srcId="{4FE139D7-BA19-43B2-A34F-057E05B3E7BE}" destId="{E958BBF8-7D27-4D46-A828-4DC275069E4B}" srcOrd="1" destOrd="0" presId="urn:microsoft.com/office/officeart/2005/8/layout/list1"/>
    <dgm:cxn modelId="{6169350A-411D-4D27-9661-C69B1ACA0D85}" type="presParOf" srcId="{C32B0242-A19F-407C-8A61-69A7D5AAFB9E}" destId="{9A61426E-C993-4B45-9C38-6A825C062C80}" srcOrd="1" destOrd="0" presId="urn:microsoft.com/office/officeart/2005/8/layout/list1"/>
    <dgm:cxn modelId="{8656C3B9-5AD3-44F5-B3F9-DC691573B541}" type="presParOf" srcId="{C32B0242-A19F-407C-8A61-69A7D5AAFB9E}" destId="{CE6DBAF6-1420-4785-B291-51B1768C0A6C}" srcOrd="2" destOrd="0" presId="urn:microsoft.com/office/officeart/2005/8/layout/list1"/>
    <dgm:cxn modelId="{88E91DFA-C786-43B5-AF06-83DD176AD4A9}" type="presParOf" srcId="{C32B0242-A19F-407C-8A61-69A7D5AAFB9E}" destId="{66CD606B-7AA9-4E25-B0A4-70C900E7E2C5}" srcOrd="3" destOrd="0" presId="urn:microsoft.com/office/officeart/2005/8/layout/list1"/>
    <dgm:cxn modelId="{0BB46A9D-9673-4198-BDB9-33BC06885D6B}" type="presParOf" srcId="{C32B0242-A19F-407C-8A61-69A7D5AAFB9E}" destId="{E7BE1F91-C323-4781-8DE0-6C0CD10A11D8}" srcOrd="4" destOrd="0" presId="urn:microsoft.com/office/officeart/2005/8/layout/list1"/>
    <dgm:cxn modelId="{968B1E7D-0BCC-440A-9DF8-55872F742D55}" type="presParOf" srcId="{E7BE1F91-C323-4781-8DE0-6C0CD10A11D8}" destId="{35AA85EC-C16E-49C2-A78D-24A2D92E7F46}" srcOrd="0" destOrd="0" presId="urn:microsoft.com/office/officeart/2005/8/layout/list1"/>
    <dgm:cxn modelId="{F4AA39E5-9763-4E28-B089-5B2B03DA7CB6}" type="presParOf" srcId="{E7BE1F91-C323-4781-8DE0-6C0CD10A11D8}" destId="{13B6BFB5-91FD-4DA1-AEB1-64F6C9BC99C7}" srcOrd="1" destOrd="0" presId="urn:microsoft.com/office/officeart/2005/8/layout/list1"/>
    <dgm:cxn modelId="{5F740869-B1F2-4266-AFDC-17770AE4A143}" type="presParOf" srcId="{C32B0242-A19F-407C-8A61-69A7D5AAFB9E}" destId="{6FD31EF1-0FF4-4506-9FD4-0650EB825DF1}" srcOrd="5" destOrd="0" presId="urn:microsoft.com/office/officeart/2005/8/layout/list1"/>
    <dgm:cxn modelId="{39AF6BEC-2049-49B7-89FC-392C6145CC3E}" type="presParOf" srcId="{C32B0242-A19F-407C-8A61-69A7D5AAFB9E}" destId="{4EB7CB40-A11A-46AF-9A4F-7242C99EF135}" srcOrd="6" destOrd="0" presId="urn:microsoft.com/office/officeart/2005/8/layout/list1"/>
    <dgm:cxn modelId="{241F3B54-A4A4-492B-8542-55DB899E94DC}" type="presParOf" srcId="{C32B0242-A19F-407C-8A61-69A7D5AAFB9E}" destId="{E1705FFD-67F3-42BF-B0BE-A06AB1F40727}" srcOrd="7" destOrd="0" presId="urn:microsoft.com/office/officeart/2005/8/layout/list1"/>
    <dgm:cxn modelId="{2324FFBA-EF38-43D0-B4D6-DE30FCF4EEBB}" type="presParOf" srcId="{C32B0242-A19F-407C-8A61-69A7D5AAFB9E}" destId="{F4BECA38-30B0-4C59-BCDF-4506CC95D732}" srcOrd="8" destOrd="0" presId="urn:microsoft.com/office/officeart/2005/8/layout/list1"/>
    <dgm:cxn modelId="{43A344FC-DF70-47B8-813D-4AFE9BA20FDB}" type="presParOf" srcId="{F4BECA38-30B0-4C59-BCDF-4506CC95D732}" destId="{6DE561A6-C42A-429E-99BC-3F5707DC756A}" srcOrd="0" destOrd="0" presId="urn:microsoft.com/office/officeart/2005/8/layout/list1"/>
    <dgm:cxn modelId="{4492C085-A8BC-4B2A-A4B3-D66E934451F2}" type="presParOf" srcId="{F4BECA38-30B0-4C59-BCDF-4506CC95D732}" destId="{E3A155B2-AE99-4C89-A596-9B36A967F510}" srcOrd="1" destOrd="0" presId="urn:microsoft.com/office/officeart/2005/8/layout/list1"/>
    <dgm:cxn modelId="{065DCBD3-5A05-4650-B90A-80056293B68F}" type="presParOf" srcId="{C32B0242-A19F-407C-8A61-69A7D5AAFB9E}" destId="{6C50E60F-7C17-442E-9A72-C682493A211F}" srcOrd="9" destOrd="0" presId="urn:microsoft.com/office/officeart/2005/8/layout/list1"/>
    <dgm:cxn modelId="{9BF2E475-E2DE-415E-83AC-0561EF053C18}" type="presParOf" srcId="{C32B0242-A19F-407C-8A61-69A7D5AAFB9E}" destId="{CEE6E2A2-56FA-4018-9120-3B30EF867A4E}" srcOrd="10" destOrd="0" presId="urn:microsoft.com/office/officeart/2005/8/layout/list1"/>
    <dgm:cxn modelId="{89D029BB-54D4-41E4-876A-711021C8A7A0}" type="presParOf" srcId="{C32B0242-A19F-407C-8A61-69A7D5AAFB9E}" destId="{BF0A18BB-B852-4AAA-BF43-D16319095EE6}" srcOrd="11" destOrd="0" presId="urn:microsoft.com/office/officeart/2005/8/layout/list1"/>
    <dgm:cxn modelId="{8246A2C1-DAA9-407A-A1D7-0728522A0647}" type="presParOf" srcId="{C32B0242-A19F-407C-8A61-69A7D5AAFB9E}" destId="{FBEDB665-DD23-427F-B024-B6D877A432C8}" srcOrd="12" destOrd="0" presId="urn:microsoft.com/office/officeart/2005/8/layout/list1"/>
    <dgm:cxn modelId="{9C78CF3E-0568-4CED-8A0D-7312B65EC6F0}" type="presParOf" srcId="{FBEDB665-DD23-427F-B024-B6D877A432C8}" destId="{677533C7-0977-4C04-9BC5-80F0BB9BF8FA}" srcOrd="0" destOrd="0" presId="urn:microsoft.com/office/officeart/2005/8/layout/list1"/>
    <dgm:cxn modelId="{7F5E1012-1DBD-410F-83BB-1CCE5E6A026D}" type="presParOf" srcId="{FBEDB665-DD23-427F-B024-B6D877A432C8}" destId="{9131FB22-4FD8-4785-AC3E-887B3AC86CE8}" srcOrd="1" destOrd="0" presId="urn:microsoft.com/office/officeart/2005/8/layout/list1"/>
    <dgm:cxn modelId="{A56E0F29-E290-4446-B45B-2F72F5125EFA}" type="presParOf" srcId="{C32B0242-A19F-407C-8A61-69A7D5AAFB9E}" destId="{46C856B0-CEA4-4756-8A53-DB02DC81A2AD}" srcOrd="13" destOrd="0" presId="urn:microsoft.com/office/officeart/2005/8/layout/list1"/>
    <dgm:cxn modelId="{9F6AADAC-3151-4781-91EF-1ED04C89FD8A}" type="presParOf" srcId="{C32B0242-A19F-407C-8A61-69A7D5AAFB9E}" destId="{C3541F18-212B-4816-9823-A4322D31B35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DBAF6-1420-4785-B291-51B1768C0A6C}">
      <dsp:nvSpPr>
        <dsp:cNvPr id="0" name=""/>
        <dsp:cNvSpPr/>
      </dsp:nvSpPr>
      <dsp:spPr>
        <a:xfrm>
          <a:off x="0" y="108309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8BBF8-7D27-4D46-A828-4DC275069E4B}">
      <dsp:nvSpPr>
        <dsp:cNvPr id="0" name=""/>
        <dsp:cNvSpPr/>
      </dsp:nvSpPr>
      <dsp:spPr>
        <a:xfrm>
          <a:off x="345025" y="743610"/>
          <a:ext cx="4830358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Creating a Form Using Wizard</a:t>
          </a:r>
          <a:endParaRPr lang="en-US" sz="2300" kern="1200" dirty="0"/>
        </a:p>
      </dsp:txBody>
      <dsp:txXfrm>
        <a:off x="378169" y="776754"/>
        <a:ext cx="4764070" cy="612672"/>
      </dsp:txXfrm>
    </dsp:sp>
    <dsp:sp modelId="{4EB7CB40-A11A-46AF-9A4F-7242C99EF135}">
      <dsp:nvSpPr>
        <dsp:cNvPr id="0" name=""/>
        <dsp:cNvSpPr/>
      </dsp:nvSpPr>
      <dsp:spPr>
        <a:xfrm>
          <a:off x="0" y="212637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6BFB5-91FD-4DA1-AEB1-64F6C9BC99C7}">
      <dsp:nvSpPr>
        <dsp:cNvPr id="0" name=""/>
        <dsp:cNvSpPr/>
      </dsp:nvSpPr>
      <dsp:spPr>
        <a:xfrm>
          <a:off x="345025" y="1786890"/>
          <a:ext cx="4830358" cy="67896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Using Design View</a:t>
          </a:r>
          <a:endParaRPr lang="en-US" sz="2300" kern="1200" dirty="0"/>
        </a:p>
      </dsp:txBody>
      <dsp:txXfrm>
        <a:off x="378169" y="1820034"/>
        <a:ext cx="4764070" cy="612672"/>
      </dsp:txXfrm>
    </dsp:sp>
    <dsp:sp modelId="{CEE6E2A2-56FA-4018-9120-3B30EF867A4E}">
      <dsp:nvSpPr>
        <dsp:cNvPr id="0" name=""/>
        <dsp:cNvSpPr/>
      </dsp:nvSpPr>
      <dsp:spPr>
        <a:xfrm>
          <a:off x="0" y="316965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155B2-AE99-4C89-A596-9B36A967F510}">
      <dsp:nvSpPr>
        <dsp:cNvPr id="0" name=""/>
        <dsp:cNvSpPr/>
      </dsp:nvSpPr>
      <dsp:spPr>
        <a:xfrm>
          <a:off x="345025" y="2830170"/>
          <a:ext cx="4830358" cy="67896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from a table</a:t>
          </a:r>
          <a:endParaRPr lang="en-US" sz="2300" kern="1200" dirty="0"/>
        </a:p>
      </dsp:txBody>
      <dsp:txXfrm>
        <a:off x="378169" y="2863314"/>
        <a:ext cx="4764070" cy="612672"/>
      </dsp:txXfrm>
    </dsp:sp>
    <dsp:sp modelId="{C3541F18-212B-4816-9823-A4322D31B35E}">
      <dsp:nvSpPr>
        <dsp:cNvPr id="0" name=""/>
        <dsp:cNvSpPr/>
      </dsp:nvSpPr>
      <dsp:spPr>
        <a:xfrm>
          <a:off x="0" y="421293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1FB22-4FD8-4785-AC3E-887B3AC86CE8}">
      <dsp:nvSpPr>
        <dsp:cNvPr id="0" name=""/>
        <dsp:cNvSpPr/>
      </dsp:nvSpPr>
      <dsp:spPr>
        <a:xfrm>
          <a:off x="345025" y="3873450"/>
          <a:ext cx="4830358" cy="67896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Add Record to a Form</a:t>
          </a:r>
          <a:endParaRPr lang="en-US" sz="2300" kern="1200"/>
        </a:p>
      </dsp:txBody>
      <dsp:txXfrm>
        <a:off x="378169" y="3906594"/>
        <a:ext cx="4764070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FAD7-85A0-534F-AC97-FE49F2857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9E928-67E8-6939-7475-B62C0528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6618-5F6F-3953-F644-E350C5B5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070A8-AB99-D2FD-5E5E-C378559F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A5B3-C881-3898-E1F7-FD21F263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6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9215-1A97-09A4-7598-6A9A2C6F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515BB-6395-6385-276F-0A97B8CA7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F541-0AE1-58AC-AA04-3E9FA577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B1606-1713-B551-3C5C-902E5E36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9CF9-501E-B8DE-6C58-44EEF034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1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8B4D-F78E-AC72-2FCD-DB930F0E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5635A-3497-B35C-CE09-63CFA4CB9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51E3E-6588-A69C-77F4-D15BAA4B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B2D8B-271C-FCC4-9C59-84A864B2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511EB-B55E-82B3-07E4-15A1472A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072B-241E-8D6A-C292-3CD9A1A4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BE3E8-6D6D-6233-A4D2-EB9B38CC6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0F122-2017-256F-2FE4-2532A355E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A6038-16EF-4475-6872-3A7F7B5E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71EFE-9B18-D27A-B162-EA9C89A0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56FBC-92C8-DCF1-AF45-6D827ECC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A333-6845-8F68-211E-E7C69610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C89D9-E4F4-1C69-EA2E-B143F2A33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E723-9AD0-D9E6-08F3-5742FB038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50622-06B6-2483-17E4-BC71D60EE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1815F-2C5B-DAF8-7A2B-E52653389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CFB3B-4413-440E-D801-618594F8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AC883-658E-564E-F72D-9484DB71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24E22-0BB4-358C-1D66-0C9CD959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1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2E1F-BBE8-0AB9-2739-F525FF3A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F36E7-D9B8-BD26-9FE8-9A124BB9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C7CAB-FBF6-4D69-6250-8FBDB553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A7D4E-C5AE-4AB2-C453-620BA4F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830A8-00BB-A14F-7714-408B2614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31686-1DD4-CEF9-FF5F-A5F54BAD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1F4-5D70-97D6-F0EC-BF10CBE9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4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A7B4-4D84-7C70-7FB5-84E19DAF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57D6-C844-A446-9267-1C12EF0C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6FB8-4FAF-D777-812D-151D75AA7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E847F-3738-FBD3-8EBE-A1335DEB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00D66-9DD6-6411-B567-9242693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D385B-86A7-AFBD-0F13-55CEFE2D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5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6DB4-8072-5CDD-9F6E-E2E2CD52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95D3-5BC8-3871-D0F4-DF8BA9A5D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1A06-D286-06BD-0CC5-F58A981AF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3F53E-D974-76A2-BBC0-4DBA7CF5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53107-2E0E-3D83-6DAD-44512C5F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D3551-F4D7-0F76-BBC4-BFFED528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2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84D9-9A5C-99B7-4851-73FEEB9B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993F3-E72C-52B8-1608-83F3E5498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8A7B6-BB7C-4CAB-CF27-C6CAC239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5C44F-8DB4-E465-1F55-D6D4AAE7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F80E8-2634-3D3D-D2D8-B3350F51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7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C5554-140C-DC40-376F-5F2FE7F33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610DC-2410-476D-7247-311FB8528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2E1B6-68F0-663E-13C6-8C0E408A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AFF7C-C994-E171-B2D3-2F134B16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77EF1-3149-EF53-F128-BAB080B1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5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5000" r="-6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BBACC-2536-7A98-4FF5-320BDD03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1E827-7610-86EB-49B7-D5D19980A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E11A8-D3D4-727F-E1CC-6435E9570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553D8-16C3-D3C8-8EC7-A95FFC141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A89E0-623A-667A-1C13-79F3BB11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D88DB7DF-82A5-8638-8A8A-1B1AB586636C}"/>
              </a:ext>
            </a:extLst>
          </p:cNvPr>
          <p:cNvSpPr txBox="1"/>
          <p:nvPr/>
        </p:nvSpPr>
        <p:spPr>
          <a:xfrm>
            <a:off x="1" y="924389"/>
            <a:ext cx="2572870" cy="82779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Fundamentals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Beginners</a:t>
            </a:r>
            <a:endParaRPr lang="en-US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93F85E-60D9-7CC9-400C-BC0E8819711F}"/>
              </a:ext>
            </a:extLst>
          </p:cNvPr>
          <p:cNvGrpSpPr/>
          <p:nvPr/>
        </p:nvGrpSpPr>
        <p:grpSpPr>
          <a:xfrm>
            <a:off x="594473" y="117703"/>
            <a:ext cx="1593831" cy="727012"/>
            <a:chOff x="0" y="64385"/>
            <a:chExt cx="4030470" cy="1918335"/>
          </a:xfrm>
        </p:grpSpPr>
        <p:pic>
          <p:nvPicPr>
            <p:cNvPr id="4" name="Picture 3" descr="Microsoft Access - Wikipedia">
              <a:extLst>
                <a:ext uri="{FF2B5EF4-FFF2-40B4-BE49-F238E27FC236}">
                  <a16:creationId xmlns:a16="http://schemas.microsoft.com/office/drawing/2014/main" id="{D360C89A-C0B7-C0A4-1469-9B9A4AA4B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394"/>
              <a:ext cx="1905635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Database | Bruker">
              <a:extLst>
                <a:ext uri="{FF2B5EF4-FFF2-40B4-BE49-F238E27FC236}">
                  <a16:creationId xmlns:a16="http://schemas.microsoft.com/office/drawing/2014/main" id="{0CEDD230-A06B-646A-510A-E0B8C645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135" y="64385"/>
              <a:ext cx="1918335" cy="1918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2517699"/>
            <a:ext cx="12192000" cy="764184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 Report Basics in MS Access</a:t>
            </a:r>
            <a:endParaRPr lang="en-US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25B717-980E-E25B-0575-C6425438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Contents</a:t>
            </a:r>
          </a:p>
        </p:txBody>
      </p:sp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E9493381-AA57-E689-E34D-8B42F26D1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61893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0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18: Create Report from a query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8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19: Create Report in Design View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9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16: Create a Form from a table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4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 look at Navigation Pane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CCA7989-5902-321A-2E58-F8BE5CB3A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692" y="617299"/>
            <a:ext cx="2569994" cy="52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80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PowerPoint Presentation</vt:lpstr>
      <vt:lpstr>Contents</vt:lpstr>
      <vt:lpstr>Task 18: Create Report from a query</vt:lpstr>
      <vt:lpstr>Task 19: Create Report in Design View</vt:lpstr>
      <vt:lpstr>Task 16: Create a Form from a table</vt:lpstr>
      <vt:lpstr>A look at Navigation Pane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15</cp:revision>
  <dcterms:created xsi:type="dcterms:W3CDTF">2023-05-29T08:49:13Z</dcterms:created>
  <dcterms:modified xsi:type="dcterms:W3CDTF">2023-06-04T11:13:25Z</dcterms:modified>
</cp:coreProperties>
</file>